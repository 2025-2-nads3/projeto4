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60" r:id="rId5"/>
  </p:sldIdLst>
  <p:sldSz cx="28800425" cy="43200638"/>
  <p:notesSz cx="6858000" cy="9144000"/>
  <p:defaultTextStyle>
    <a:defPPr>
      <a:defRPr lang="pt-BR"/>
    </a:defPPr>
    <a:lvl1pPr algn="l" rtl="0" eaLnBrk="0" fontAlgn="base" hangingPunct="0">
      <a:spcBef>
        <a:spcPct val="0"/>
      </a:spcBef>
      <a:spcAft>
        <a:spcPct val="0"/>
      </a:spcAft>
      <a:defRPr sz="8132" kern="1200">
        <a:solidFill>
          <a:schemeClr val="tx1"/>
        </a:solidFill>
        <a:latin typeface="Arial" charset="0"/>
        <a:ea typeface="+mn-ea"/>
        <a:cs typeface="+mn-cs"/>
      </a:defRPr>
    </a:lvl1pPr>
    <a:lvl2pPr marL="609493" algn="l" rtl="0" eaLnBrk="0" fontAlgn="base" hangingPunct="0">
      <a:spcBef>
        <a:spcPct val="0"/>
      </a:spcBef>
      <a:spcAft>
        <a:spcPct val="0"/>
      </a:spcAft>
      <a:defRPr sz="8132" kern="1200">
        <a:solidFill>
          <a:schemeClr val="tx1"/>
        </a:solidFill>
        <a:latin typeface="Arial" charset="0"/>
        <a:ea typeface="+mn-ea"/>
        <a:cs typeface="+mn-cs"/>
      </a:defRPr>
    </a:lvl2pPr>
    <a:lvl3pPr marL="1218987" algn="l" rtl="0" eaLnBrk="0" fontAlgn="base" hangingPunct="0">
      <a:spcBef>
        <a:spcPct val="0"/>
      </a:spcBef>
      <a:spcAft>
        <a:spcPct val="0"/>
      </a:spcAft>
      <a:defRPr sz="8132" kern="1200">
        <a:solidFill>
          <a:schemeClr val="tx1"/>
        </a:solidFill>
        <a:latin typeface="Arial" charset="0"/>
        <a:ea typeface="+mn-ea"/>
        <a:cs typeface="+mn-cs"/>
      </a:defRPr>
    </a:lvl3pPr>
    <a:lvl4pPr marL="1828480" algn="l" rtl="0" eaLnBrk="0" fontAlgn="base" hangingPunct="0">
      <a:spcBef>
        <a:spcPct val="0"/>
      </a:spcBef>
      <a:spcAft>
        <a:spcPct val="0"/>
      </a:spcAft>
      <a:defRPr sz="8132" kern="1200">
        <a:solidFill>
          <a:schemeClr val="tx1"/>
        </a:solidFill>
        <a:latin typeface="Arial" charset="0"/>
        <a:ea typeface="+mn-ea"/>
        <a:cs typeface="+mn-cs"/>
      </a:defRPr>
    </a:lvl4pPr>
    <a:lvl5pPr marL="2437973" algn="l" rtl="0" eaLnBrk="0" fontAlgn="base" hangingPunct="0">
      <a:spcBef>
        <a:spcPct val="0"/>
      </a:spcBef>
      <a:spcAft>
        <a:spcPct val="0"/>
      </a:spcAft>
      <a:defRPr sz="8132" kern="1200">
        <a:solidFill>
          <a:schemeClr val="tx1"/>
        </a:solidFill>
        <a:latin typeface="Arial" charset="0"/>
        <a:ea typeface="+mn-ea"/>
        <a:cs typeface="+mn-cs"/>
      </a:defRPr>
    </a:lvl5pPr>
    <a:lvl6pPr marL="3047467" algn="l" defTabSz="1218987" rtl="0" eaLnBrk="1" latinLnBrk="0" hangingPunct="1">
      <a:defRPr sz="8132" kern="1200">
        <a:solidFill>
          <a:schemeClr val="tx1"/>
        </a:solidFill>
        <a:latin typeface="Arial" charset="0"/>
        <a:ea typeface="+mn-ea"/>
        <a:cs typeface="+mn-cs"/>
      </a:defRPr>
    </a:lvl6pPr>
    <a:lvl7pPr marL="3656960" algn="l" defTabSz="1218987" rtl="0" eaLnBrk="1" latinLnBrk="0" hangingPunct="1">
      <a:defRPr sz="8132" kern="1200">
        <a:solidFill>
          <a:schemeClr val="tx1"/>
        </a:solidFill>
        <a:latin typeface="Arial" charset="0"/>
        <a:ea typeface="+mn-ea"/>
        <a:cs typeface="+mn-cs"/>
      </a:defRPr>
    </a:lvl7pPr>
    <a:lvl8pPr marL="4266453" algn="l" defTabSz="1218987" rtl="0" eaLnBrk="1" latinLnBrk="0" hangingPunct="1">
      <a:defRPr sz="8132" kern="1200">
        <a:solidFill>
          <a:schemeClr val="tx1"/>
        </a:solidFill>
        <a:latin typeface="Arial" charset="0"/>
        <a:ea typeface="+mn-ea"/>
        <a:cs typeface="+mn-cs"/>
      </a:defRPr>
    </a:lvl8pPr>
    <a:lvl9pPr marL="4875947" algn="l" defTabSz="1218987" rtl="0" eaLnBrk="1" latinLnBrk="0" hangingPunct="1">
      <a:defRPr sz="8132"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90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251C0-0E26-400B-B222-AC69584DE471}" v="660" dt="2025-11-02T22:54:22.5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 d="100"/>
          <a:sy n="12" d="100"/>
        </p:scale>
        <p:origin x="2693" y="82"/>
      </p:cViewPr>
      <p:guideLst>
        <p:guide orient="horz" pos="13607"/>
        <p:guide pos="907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5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5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5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62137F34-5DDC-4C31-BA02-2277B1A4CE6D}" type="slidenum">
              <a:rPr lang="pt-BR"/>
              <a:pPr/>
              <a:t>‹nº›</a:t>
            </a:fld>
            <a:endParaRPr lang="pt-BR"/>
          </a:p>
        </p:txBody>
      </p:sp>
    </p:spTree>
    <p:extLst>
      <p:ext uri="{BB962C8B-B14F-4D97-AF65-F5344CB8AC3E}">
        <p14:creationId xmlns:p14="http://schemas.microsoft.com/office/powerpoint/2010/main" val="19431608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2052" name="Rectangle 4"/>
          <p:cNvSpPr>
            <a:spLocks noGrp="1" noRot="1" noChangeAspect="1" noChangeArrowheads="1" noTextEdit="1"/>
          </p:cNvSpPr>
          <p:nvPr>
            <p:ph type="sldImg" idx="2"/>
          </p:nvPr>
        </p:nvSpPr>
        <p:spPr bwMode="auto">
          <a:xfrm>
            <a:off x="2286000" y="685800"/>
            <a:ext cx="2286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37B61E2-BDFA-4896-B4A2-5CC42FC61C0E}" type="slidenum">
              <a:rPr lang="pt-BR"/>
              <a:pPr/>
              <a:t>‹nº›</a:t>
            </a:fld>
            <a:endParaRPr lang="pt-BR"/>
          </a:p>
        </p:txBody>
      </p:sp>
    </p:spTree>
    <p:extLst>
      <p:ext uri="{BB962C8B-B14F-4D97-AF65-F5344CB8AC3E}">
        <p14:creationId xmlns:p14="http://schemas.microsoft.com/office/powerpoint/2010/main" val="3921853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rial" charset="0"/>
        <a:ea typeface="+mn-ea"/>
        <a:cs typeface="+mn-cs"/>
      </a:defRPr>
    </a:lvl1pPr>
    <a:lvl2pPr marL="609493" algn="l" rtl="0" eaLnBrk="0" fontAlgn="base" hangingPunct="0">
      <a:spcBef>
        <a:spcPct val="30000"/>
      </a:spcBef>
      <a:spcAft>
        <a:spcPct val="0"/>
      </a:spcAft>
      <a:defRPr sz="1600" kern="1200">
        <a:solidFill>
          <a:schemeClr val="tx1"/>
        </a:solidFill>
        <a:latin typeface="Arial" charset="0"/>
        <a:ea typeface="+mn-ea"/>
        <a:cs typeface="+mn-cs"/>
      </a:defRPr>
    </a:lvl2pPr>
    <a:lvl3pPr marL="1218987" algn="l" rtl="0" eaLnBrk="0" fontAlgn="base" hangingPunct="0">
      <a:spcBef>
        <a:spcPct val="30000"/>
      </a:spcBef>
      <a:spcAft>
        <a:spcPct val="0"/>
      </a:spcAft>
      <a:defRPr sz="1600" kern="1200">
        <a:solidFill>
          <a:schemeClr val="tx1"/>
        </a:solidFill>
        <a:latin typeface="Arial" charset="0"/>
        <a:ea typeface="+mn-ea"/>
        <a:cs typeface="+mn-cs"/>
      </a:defRPr>
    </a:lvl3pPr>
    <a:lvl4pPr marL="1828480" algn="l" rtl="0" eaLnBrk="0" fontAlgn="base" hangingPunct="0">
      <a:spcBef>
        <a:spcPct val="30000"/>
      </a:spcBef>
      <a:spcAft>
        <a:spcPct val="0"/>
      </a:spcAft>
      <a:defRPr sz="1600" kern="1200">
        <a:solidFill>
          <a:schemeClr val="tx1"/>
        </a:solidFill>
        <a:latin typeface="Arial" charset="0"/>
        <a:ea typeface="+mn-ea"/>
        <a:cs typeface="+mn-cs"/>
      </a:defRPr>
    </a:lvl4pPr>
    <a:lvl5pPr marL="2437973" algn="l" rtl="0" eaLnBrk="0" fontAlgn="base" hangingPunct="0">
      <a:spcBef>
        <a:spcPct val="30000"/>
      </a:spcBef>
      <a:spcAft>
        <a:spcPct val="0"/>
      </a:spcAft>
      <a:defRPr sz="1600" kern="1200">
        <a:solidFill>
          <a:schemeClr val="tx1"/>
        </a:solidFill>
        <a:latin typeface="Arial"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a:ln/>
        </p:spPr>
      </p:sp>
      <p:sp>
        <p:nvSpPr>
          <p:cNvPr id="5123" name="Notes Placeholder 2"/>
          <p:cNvSpPr>
            <a:spLocks noGrp="1"/>
          </p:cNvSpPr>
          <p:nvPr>
            <p:ph type="body" idx="1"/>
          </p:nvPr>
        </p:nvSpPr>
        <p:spPr>
          <a:noFill/>
          <a:ln/>
        </p:spPr>
        <p:txBody>
          <a:bodyPr/>
          <a:lstStyle/>
          <a:p>
            <a:pPr eaLnBrk="1" hangingPunct="1">
              <a:spcBef>
                <a:spcPct val="0"/>
              </a:spcBef>
            </a:pPr>
            <a:endParaRPr lang="en-US" dirty="0">
              <a:ea typeface="ＭＳ Ｐゴシック" pitchFamily="34" charset="-128"/>
            </a:endParaRPr>
          </a:p>
        </p:txBody>
      </p:sp>
      <p:sp>
        <p:nvSpPr>
          <p:cNvPr id="5124" name="Slide Number Placeholder 3"/>
          <p:cNvSpPr>
            <a:spLocks noGrp="1"/>
          </p:cNvSpPr>
          <p:nvPr>
            <p:ph type="sldNum" sz="quarter" idx="5"/>
          </p:nvPr>
        </p:nvSpPr>
        <p:spPr>
          <a:noFill/>
        </p:spPr>
        <p:txBody>
          <a:bodyPr/>
          <a:lstStyle/>
          <a:p>
            <a:fld id="{E1035EDA-CF5D-4260-93D3-A3EA22A42075}" type="slidenum">
              <a:rPr lang="pt-BR">
                <a:latin typeface="Calibri" pitchFamily="34" charset="0"/>
                <a:ea typeface="ＭＳ Ｐゴシック" pitchFamily="34" charset="-128"/>
              </a:rPr>
              <a:pPr/>
              <a:t>1</a:t>
            </a:fld>
            <a:endParaRPr lang="pt-BR">
              <a:latin typeface="Calibri" pitchFamily="34" charset="0"/>
              <a:ea typeface="ＭＳ Ｐゴシック" pitchFamily="34" charset="-128"/>
            </a:endParaRPr>
          </a:p>
        </p:txBody>
      </p:sp>
    </p:spTree>
    <p:extLst>
      <p:ext uri="{BB962C8B-B14F-4D97-AF65-F5344CB8AC3E}">
        <p14:creationId xmlns:p14="http://schemas.microsoft.com/office/powerpoint/2010/main" val="141852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60880" y="13420305"/>
            <a:ext cx="24478668" cy="9259395"/>
          </a:xfrm>
        </p:spPr>
        <p:txBody>
          <a:bodyPr/>
          <a:lstStyle/>
          <a:p>
            <a:r>
              <a:rPr lang="pt-BR"/>
              <a:t>Clique para editar o estilo do título mestre</a:t>
            </a:r>
          </a:p>
        </p:txBody>
      </p:sp>
      <p:sp>
        <p:nvSpPr>
          <p:cNvPr id="3" name="Subtítulo 2"/>
          <p:cNvSpPr>
            <a:spLocks noGrp="1"/>
          </p:cNvSpPr>
          <p:nvPr>
            <p:ph type="subTitle" idx="1"/>
          </p:nvPr>
        </p:nvSpPr>
        <p:spPr>
          <a:xfrm>
            <a:off x="4319642" y="24480786"/>
            <a:ext cx="20161144" cy="11039316"/>
          </a:xfrm>
        </p:spPr>
        <p:txBody>
          <a:bodyPr/>
          <a:lstStyle>
            <a:lvl1pPr marL="0" indent="0" algn="ctr">
              <a:buNone/>
              <a:defRPr/>
            </a:lvl1pPr>
            <a:lvl2pPr marL="609539" indent="0" algn="ctr">
              <a:buNone/>
              <a:defRPr/>
            </a:lvl2pPr>
            <a:lvl3pPr marL="1219078" indent="0" algn="ctr">
              <a:buNone/>
              <a:defRPr/>
            </a:lvl3pPr>
            <a:lvl4pPr marL="1828617" indent="0" algn="ctr">
              <a:buNone/>
              <a:defRPr/>
            </a:lvl4pPr>
            <a:lvl5pPr marL="2438156" indent="0" algn="ctr">
              <a:buNone/>
              <a:defRPr/>
            </a:lvl5pPr>
            <a:lvl6pPr marL="3047695" indent="0" algn="ctr">
              <a:buNone/>
              <a:defRPr/>
            </a:lvl6pPr>
            <a:lvl7pPr marL="3657234" indent="0" algn="ctr">
              <a:buNone/>
              <a:defRPr/>
            </a:lvl7pPr>
            <a:lvl8pPr marL="4266773" indent="0" algn="ctr">
              <a:buNone/>
              <a:defRPr/>
            </a:lvl8pPr>
            <a:lvl9pPr marL="4876312" indent="0" algn="ctr">
              <a:buNone/>
              <a:defRPr/>
            </a:lvl9pPr>
          </a:lstStyle>
          <a:p>
            <a:r>
              <a:rPr lang="pt-BR"/>
              <a:t>Clique para editar o estilo do subtítulo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3FD650F0-8AAD-48EF-B3D3-2345F45EF8B2}" type="slidenum">
              <a:rPr lang="pt-BR"/>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8DC96D8B-5E5D-4756-AFBB-3EBE1D3ED4DA}" type="slidenum">
              <a:rPr lang="pt-BR"/>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2275166" y="27761258"/>
            <a:ext cx="24480784" cy="8580021"/>
          </a:xfrm>
        </p:spPr>
        <p:txBody>
          <a:bodyPr anchor="t"/>
          <a:lstStyle>
            <a:lvl1pPr algn="l">
              <a:defRPr sz="5333" b="1" cap="all"/>
            </a:lvl1pPr>
          </a:lstStyle>
          <a:p>
            <a:r>
              <a:rPr lang="pt-BR"/>
              <a:t>Clique para editar o estilo do título mestre</a:t>
            </a:r>
          </a:p>
        </p:txBody>
      </p:sp>
      <p:sp>
        <p:nvSpPr>
          <p:cNvPr id="3" name="Espaço Reservado para Texto 2"/>
          <p:cNvSpPr>
            <a:spLocks noGrp="1"/>
          </p:cNvSpPr>
          <p:nvPr>
            <p:ph type="body" idx="1"/>
          </p:nvPr>
        </p:nvSpPr>
        <p:spPr>
          <a:xfrm>
            <a:off x="2275166" y="18309267"/>
            <a:ext cx="24480784" cy="9451991"/>
          </a:xfrm>
        </p:spPr>
        <p:txBody>
          <a:bodyPr anchor="b"/>
          <a:lstStyle>
            <a:lvl1pPr marL="0" indent="0">
              <a:buNone/>
              <a:defRPr sz="2666"/>
            </a:lvl1pPr>
            <a:lvl2pPr marL="609539" indent="0">
              <a:buNone/>
              <a:defRPr sz="2400"/>
            </a:lvl2pPr>
            <a:lvl3pPr marL="1219078" indent="0">
              <a:buNone/>
              <a:defRPr sz="2133"/>
            </a:lvl3pPr>
            <a:lvl4pPr marL="1828617" indent="0">
              <a:buNone/>
              <a:defRPr sz="1866"/>
            </a:lvl4pPr>
            <a:lvl5pPr marL="2438156" indent="0">
              <a:buNone/>
              <a:defRPr sz="1866"/>
            </a:lvl5pPr>
            <a:lvl6pPr marL="3047695" indent="0">
              <a:buNone/>
              <a:defRPr sz="1866"/>
            </a:lvl6pPr>
            <a:lvl7pPr marL="3657234" indent="0">
              <a:buNone/>
              <a:defRPr sz="1866"/>
            </a:lvl7pPr>
            <a:lvl8pPr marL="4266773" indent="0">
              <a:buNone/>
              <a:defRPr sz="1866"/>
            </a:lvl8pPr>
            <a:lvl9pPr marL="4876312" indent="0">
              <a:buNone/>
              <a:defRPr sz="1866"/>
            </a:lvl9pPr>
          </a:lstStyle>
          <a:p>
            <a:pPr lvl="0"/>
            <a:r>
              <a:rPr lang="pt-BR"/>
              <a:t>Clique para editar os estilos do texto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D877B64-938F-41A7-B468-783CF163B3B2}" type="slidenum">
              <a:rPr lang="pt-BR"/>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1439175"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14501801"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5DF3C380-F25C-4E70-B099-B699EC5ADAC9}" type="slidenum">
              <a:rPr lang="pt-BR"/>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1439175" y="9669985"/>
            <a:ext cx="12726114"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4" name="Espaço Reservado para Conteúdo 3"/>
          <p:cNvSpPr>
            <a:spLocks noGrp="1"/>
          </p:cNvSpPr>
          <p:nvPr>
            <p:ph sz="half" idx="2"/>
          </p:nvPr>
        </p:nvSpPr>
        <p:spPr>
          <a:xfrm>
            <a:off x="1439175" y="13699675"/>
            <a:ext cx="12726114"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14630904" y="9669985"/>
            <a:ext cx="12730346"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6" name="Espaço Reservado para Conteúdo 5"/>
          <p:cNvSpPr>
            <a:spLocks noGrp="1"/>
          </p:cNvSpPr>
          <p:nvPr>
            <p:ph sz="quarter" idx="4"/>
          </p:nvPr>
        </p:nvSpPr>
        <p:spPr>
          <a:xfrm>
            <a:off x="14630904" y="13699675"/>
            <a:ext cx="12730346"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p:cNvSpPr>
            <a:spLocks noGrp="1" noChangeArrowheads="1"/>
          </p:cNvSpPr>
          <p:nvPr>
            <p:ph type="dt" sz="half" idx="10"/>
          </p:nvPr>
        </p:nvSpPr>
        <p:spPr>
          <a:ln/>
        </p:spPr>
        <p:txBody>
          <a:bodyPr/>
          <a:lstStyle>
            <a:lvl1pPr>
              <a:defRPr/>
            </a:lvl1pPr>
          </a:lstStyle>
          <a:p>
            <a:pPr>
              <a:defRPr/>
            </a:pPr>
            <a:endParaRPr lang="pt-BR"/>
          </a:p>
        </p:txBody>
      </p:sp>
      <p:sp>
        <p:nvSpPr>
          <p:cNvPr id="8" name="Rectangle 5"/>
          <p:cNvSpPr>
            <a:spLocks noGrp="1" noChangeArrowheads="1"/>
          </p:cNvSpPr>
          <p:nvPr>
            <p:ph type="ftr" sz="quarter" idx="11"/>
          </p:nvPr>
        </p:nvSpPr>
        <p:spPr>
          <a:ln/>
        </p:spPr>
        <p:txBody>
          <a:bodyPr/>
          <a:lstStyle>
            <a:lvl1pPr>
              <a:defRPr/>
            </a:lvl1pPr>
          </a:lstStyle>
          <a:p>
            <a:pPr>
              <a:defRPr/>
            </a:pPr>
            <a:endParaRPr lang="pt-BR"/>
          </a:p>
        </p:txBody>
      </p:sp>
      <p:sp>
        <p:nvSpPr>
          <p:cNvPr id="9" name="Rectangle 6"/>
          <p:cNvSpPr>
            <a:spLocks noGrp="1" noChangeArrowheads="1"/>
          </p:cNvSpPr>
          <p:nvPr>
            <p:ph type="sldNum" sz="quarter" idx="12"/>
          </p:nvPr>
        </p:nvSpPr>
        <p:spPr>
          <a:ln/>
        </p:spPr>
        <p:txBody>
          <a:bodyPr/>
          <a:lstStyle>
            <a:lvl1pPr>
              <a:defRPr/>
            </a:lvl1pPr>
          </a:lstStyle>
          <a:p>
            <a:fld id="{9611D1C0-6B5C-4B42-9BF5-9656ED25A1D6}" type="slidenum">
              <a:rPr lang="pt-BR"/>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Rectangle 4"/>
          <p:cNvSpPr>
            <a:spLocks noGrp="1" noChangeArrowheads="1"/>
          </p:cNvSpPr>
          <p:nvPr>
            <p:ph type="dt" sz="half" idx="10"/>
          </p:nvPr>
        </p:nvSpPr>
        <p:spPr>
          <a:ln/>
        </p:spPr>
        <p:txBody>
          <a:bodyPr/>
          <a:lstStyle>
            <a:lvl1pPr>
              <a:defRPr/>
            </a:lvl1pPr>
          </a:lstStyle>
          <a:p>
            <a:pPr>
              <a:defRPr/>
            </a:pPr>
            <a:endParaRPr lang="pt-BR"/>
          </a:p>
        </p:txBody>
      </p:sp>
      <p:sp>
        <p:nvSpPr>
          <p:cNvPr id="4" name="Rectangle 5"/>
          <p:cNvSpPr>
            <a:spLocks noGrp="1" noChangeArrowheads="1"/>
          </p:cNvSpPr>
          <p:nvPr>
            <p:ph type="ftr" sz="quarter" idx="11"/>
          </p:nvPr>
        </p:nvSpPr>
        <p:spPr>
          <a:ln/>
        </p:spPr>
        <p:txBody>
          <a:bodyPr/>
          <a:lstStyle>
            <a:lvl1pPr>
              <a:defRPr/>
            </a:lvl1pPr>
          </a:lstStyle>
          <a:p>
            <a:pPr>
              <a:defRPr/>
            </a:pPr>
            <a:endParaRPr lang="pt-BR"/>
          </a:p>
        </p:txBody>
      </p:sp>
      <p:sp>
        <p:nvSpPr>
          <p:cNvPr id="5" name="Rectangle 6"/>
          <p:cNvSpPr>
            <a:spLocks noGrp="1" noChangeArrowheads="1"/>
          </p:cNvSpPr>
          <p:nvPr>
            <p:ph type="sldNum" sz="quarter" idx="12"/>
          </p:nvPr>
        </p:nvSpPr>
        <p:spPr>
          <a:ln/>
        </p:spPr>
        <p:txBody>
          <a:bodyPr/>
          <a:lstStyle>
            <a:lvl1pPr>
              <a:defRPr/>
            </a:lvl1pPr>
          </a:lstStyle>
          <a:p>
            <a:fld id="{F203E92E-70CD-434A-A365-47B3624C9D13}" type="slidenum">
              <a:rPr lang="pt-BR"/>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t-BR"/>
          </a:p>
        </p:txBody>
      </p:sp>
      <p:sp>
        <p:nvSpPr>
          <p:cNvPr id="3" name="Rectangle 5"/>
          <p:cNvSpPr>
            <a:spLocks noGrp="1" noChangeArrowheads="1"/>
          </p:cNvSpPr>
          <p:nvPr>
            <p:ph type="ftr" sz="quarter" idx="11"/>
          </p:nvPr>
        </p:nvSpPr>
        <p:spPr>
          <a:ln/>
        </p:spPr>
        <p:txBody>
          <a:bodyPr/>
          <a:lstStyle>
            <a:lvl1pPr>
              <a:defRPr/>
            </a:lvl1pPr>
          </a:lstStyle>
          <a:p>
            <a:pPr>
              <a:defRPr/>
            </a:pPr>
            <a:endParaRPr lang="pt-BR"/>
          </a:p>
        </p:txBody>
      </p:sp>
      <p:sp>
        <p:nvSpPr>
          <p:cNvPr id="4" name="Rectangle 6"/>
          <p:cNvSpPr>
            <a:spLocks noGrp="1" noChangeArrowheads="1"/>
          </p:cNvSpPr>
          <p:nvPr>
            <p:ph type="sldNum" sz="quarter" idx="12"/>
          </p:nvPr>
        </p:nvSpPr>
        <p:spPr>
          <a:ln/>
        </p:spPr>
        <p:txBody>
          <a:bodyPr/>
          <a:lstStyle>
            <a:lvl1pPr>
              <a:defRPr/>
            </a:lvl1pPr>
          </a:lstStyle>
          <a:p>
            <a:fld id="{BBEBB076-EF90-42B2-B80B-DD7B17B5D866}" type="slidenum">
              <a:rPr lang="pt-BR"/>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439175" y="1720661"/>
            <a:ext cx="9475273" cy="7318627"/>
          </a:xfrm>
        </p:spPr>
        <p:txBody>
          <a:bodyPr anchor="b"/>
          <a:lstStyle>
            <a:lvl1pPr algn="l">
              <a:defRPr sz="2666" b="1"/>
            </a:lvl1pPr>
          </a:lstStyle>
          <a:p>
            <a:r>
              <a:rPr lang="pt-BR"/>
              <a:t>Clique para editar o estilo do título mestre</a:t>
            </a:r>
          </a:p>
        </p:txBody>
      </p:sp>
      <p:sp>
        <p:nvSpPr>
          <p:cNvPr id="3" name="Espaço Reservado para Conteúdo 2"/>
          <p:cNvSpPr>
            <a:spLocks noGrp="1"/>
          </p:cNvSpPr>
          <p:nvPr>
            <p:ph idx="1"/>
          </p:nvPr>
        </p:nvSpPr>
        <p:spPr>
          <a:xfrm>
            <a:off x="11259425" y="1720662"/>
            <a:ext cx="16101825" cy="36870385"/>
          </a:xfrm>
        </p:spPr>
        <p:txBody>
          <a:bodyPr/>
          <a:lstStyle>
            <a:lvl1pPr>
              <a:defRPr sz="4266"/>
            </a:lvl1pPr>
            <a:lvl2pPr>
              <a:defRPr sz="3733"/>
            </a:lvl2pPr>
            <a:lvl3pPr>
              <a:defRPr sz="3200"/>
            </a:lvl3pPr>
            <a:lvl4pPr>
              <a:defRPr sz="2666"/>
            </a:lvl4pPr>
            <a:lvl5pPr>
              <a:defRPr sz="2666"/>
            </a:lvl5pPr>
            <a:lvl6pPr>
              <a:defRPr sz="2666"/>
            </a:lvl6pPr>
            <a:lvl7pPr>
              <a:defRPr sz="2666"/>
            </a:lvl7pPr>
            <a:lvl8pPr>
              <a:defRPr sz="2666"/>
            </a:lvl8pPr>
            <a:lvl9pPr>
              <a:defRPr sz="2666"/>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1439175" y="9039287"/>
            <a:ext cx="9475273" cy="29551759"/>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17FA4729-5D1D-4D38-A25F-215095997037}" type="slidenum">
              <a:rPr lang="pt-BR"/>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644529" y="30239601"/>
            <a:ext cx="17280678" cy="3570424"/>
          </a:xfrm>
        </p:spPr>
        <p:txBody>
          <a:bodyPr anchor="b"/>
          <a:lstStyle>
            <a:lvl1pPr algn="l">
              <a:defRPr sz="2666" b="1"/>
            </a:lvl1pPr>
          </a:lstStyle>
          <a:p>
            <a:r>
              <a:rPr lang="pt-BR"/>
              <a:t>Clique para editar o estilo do título mestre</a:t>
            </a:r>
          </a:p>
        </p:txBody>
      </p:sp>
      <p:sp>
        <p:nvSpPr>
          <p:cNvPr id="3" name="Espaço Reservado para Imagem 2"/>
          <p:cNvSpPr>
            <a:spLocks noGrp="1"/>
          </p:cNvSpPr>
          <p:nvPr>
            <p:ph type="pic" idx="1"/>
          </p:nvPr>
        </p:nvSpPr>
        <p:spPr>
          <a:xfrm>
            <a:off x="5644529" y="3860375"/>
            <a:ext cx="17280678" cy="25919960"/>
          </a:xfrm>
        </p:spPr>
        <p:txBody>
          <a:bodyPr/>
          <a:lstStyle>
            <a:lvl1pPr marL="0" indent="0">
              <a:buNone/>
              <a:defRPr sz="4266"/>
            </a:lvl1pPr>
            <a:lvl2pPr marL="609539" indent="0">
              <a:buNone/>
              <a:defRPr sz="3733"/>
            </a:lvl2pPr>
            <a:lvl3pPr marL="1219078" indent="0">
              <a:buNone/>
              <a:defRPr sz="3200"/>
            </a:lvl3pPr>
            <a:lvl4pPr marL="1828617" indent="0">
              <a:buNone/>
              <a:defRPr sz="2666"/>
            </a:lvl4pPr>
            <a:lvl5pPr marL="2438156" indent="0">
              <a:buNone/>
              <a:defRPr sz="2666"/>
            </a:lvl5pPr>
            <a:lvl6pPr marL="3047695" indent="0">
              <a:buNone/>
              <a:defRPr sz="2666"/>
            </a:lvl6pPr>
            <a:lvl7pPr marL="3657234" indent="0">
              <a:buNone/>
              <a:defRPr sz="2666"/>
            </a:lvl7pPr>
            <a:lvl8pPr marL="4266773" indent="0">
              <a:buNone/>
              <a:defRPr sz="2666"/>
            </a:lvl8pPr>
            <a:lvl9pPr marL="4876312" indent="0">
              <a:buNone/>
              <a:defRPr sz="2666"/>
            </a:lvl9pPr>
          </a:lstStyle>
          <a:p>
            <a:pPr lvl="0"/>
            <a:endParaRPr lang="pt-BR" noProof="0"/>
          </a:p>
        </p:txBody>
      </p:sp>
      <p:sp>
        <p:nvSpPr>
          <p:cNvPr id="4" name="Espaço Reservado para Texto 3"/>
          <p:cNvSpPr>
            <a:spLocks noGrp="1"/>
          </p:cNvSpPr>
          <p:nvPr>
            <p:ph type="body" sz="half" idx="2"/>
          </p:nvPr>
        </p:nvSpPr>
        <p:spPr>
          <a:xfrm>
            <a:off x="5644529" y="33810024"/>
            <a:ext cx="17280678" cy="5070974"/>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96B7DF24-3BB9-4DC6-A067-2A7C35CBC9DF}" type="slidenum">
              <a:rPr lang="pt-BR"/>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E9B3DDCC-A5AA-4FD1-B372-9424E989D2BC}" type="slidenum">
              <a:rPr lang="pt-BR"/>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20880732" y="1729128"/>
            <a:ext cx="6480519" cy="36861919"/>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1439175" y="1729128"/>
            <a:ext cx="19238379" cy="36861919"/>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6A33422-2CED-4084-A0A2-878BA7696C06}" type="slidenum">
              <a:rPr lang="pt-BR"/>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39175" y="1729128"/>
            <a:ext cx="25922076" cy="7200106"/>
          </a:xfrm>
          <a:prstGeom prst="rect">
            <a:avLst/>
          </a:prstGeom>
          <a:noFill/>
          <a:ln w="9525">
            <a:noFill/>
            <a:miter lim="800000"/>
            <a:headEnd/>
            <a:tailEnd/>
          </a:ln>
        </p:spPr>
        <p:txBody>
          <a:bodyPr vert="horz" wrap="square" lIns="308610" tIns="154305" rIns="308610" bIns="154305" numCol="1" anchor="ctr" anchorCtr="0" compatLnSpc="1">
            <a:prstTxWarp prst="textNoShape">
              <a:avLst/>
            </a:prstTxWarp>
          </a:bodyPr>
          <a:lstStyle/>
          <a:p>
            <a:pPr lvl="0"/>
            <a:r>
              <a:rPr lang="pt-BR"/>
              <a:t>Clique para editar o estilo do título mestre</a:t>
            </a:r>
          </a:p>
        </p:txBody>
      </p:sp>
      <p:sp>
        <p:nvSpPr>
          <p:cNvPr id="1027" name="Rectangle 3"/>
          <p:cNvSpPr>
            <a:spLocks noGrp="1" noChangeArrowheads="1"/>
          </p:cNvSpPr>
          <p:nvPr>
            <p:ph type="body" idx="1"/>
          </p:nvPr>
        </p:nvSpPr>
        <p:spPr bwMode="auto">
          <a:xfrm>
            <a:off x="1439175" y="10080573"/>
            <a:ext cx="25922076" cy="28510473"/>
          </a:xfrm>
          <a:prstGeom prst="rect">
            <a:avLst/>
          </a:prstGeom>
          <a:noFill/>
          <a:ln w="9525">
            <a:noFill/>
            <a:miter lim="800000"/>
            <a:headEnd/>
            <a:tailEnd/>
          </a:ln>
        </p:spPr>
        <p:txBody>
          <a:bodyPr vert="horz" wrap="square" lIns="308610" tIns="154305" rIns="308610" bIns="154305" numCol="1" anchor="t" anchorCtr="0" compatLnSpc="1">
            <a:prstTxWarp prst="textNoShape">
              <a:avLst/>
            </a:prstTxWarp>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1028" name="Rectangle 4"/>
          <p:cNvSpPr>
            <a:spLocks noGrp="1" noChangeArrowheads="1"/>
          </p:cNvSpPr>
          <p:nvPr>
            <p:ph type="dt" sz="half" idx="2"/>
          </p:nvPr>
        </p:nvSpPr>
        <p:spPr bwMode="auto">
          <a:xfrm>
            <a:off x="1439175"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eaLnBrk="1" hangingPunct="1">
              <a:defRPr sz="6266">
                <a:latin typeface="Arial" charset="0"/>
              </a:defRPr>
            </a:lvl1pPr>
          </a:lstStyle>
          <a:p>
            <a:pPr>
              <a:defRPr/>
            </a:pPr>
            <a:endParaRPr lang="pt-BR"/>
          </a:p>
        </p:txBody>
      </p:sp>
      <p:sp>
        <p:nvSpPr>
          <p:cNvPr id="1029" name="Rectangle 5"/>
          <p:cNvSpPr>
            <a:spLocks noGrp="1" noChangeArrowheads="1"/>
          </p:cNvSpPr>
          <p:nvPr>
            <p:ph type="ftr" sz="quarter" idx="3"/>
          </p:nvPr>
        </p:nvSpPr>
        <p:spPr bwMode="auto">
          <a:xfrm>
            <a:off x="9839300" y="39340264"/>
            <a:ext cx="9121828"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ctr" eaLnBrk="1" hangingPunct="1">
              <a:defRPr sz="6266">
                <a:latin typeface="Arial" charset="0"/>
              </a:defRPr>
            </a:lvl1pPr>
          </a:lstStyle>
          <a:p>
            <a:pPr>
              <a:defRPr/>
            </a:pPr>
            <a:endParaRPr lang="pt-BR"/>
          </a:p>
        </p:txBody>
      </p:sp>
      <p:sp>
        <p:nvSpPr>
          <p:cNvPr id="1030" name="Rectangle 6"/>
          <p:cNvSpPr>
            <a:spLocks noGrp="1" noChangeArrowheads="1"/>
          </p:cNvSpPr>
          <p:nvPr>
            <p:ph type="sldNum" sz="quarter" idx="4"/>
          </p:nvPr>
        </p:nvSpPr>
        <p:spPr bwMode="auto">
          <a:xfrm>
            <a:off x="20639458"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r" eaLnBrk="1" hangingPunct="1">
              <a:defRPr sz="6266"/>
            </a:lvl1pPr>
          </a:lstStyle>
          <a:p>
            <a:fld id="{9D20D27F-DE98-4825-9B81-BD19507AA243}" type="slidenum">
              <a:rPr lang="pt-BR"/>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14389" rtl="0" eaLnBrk="0" fontAlgn="base" hangingPunct="0">
        <a:spcBef>
          <a:spcPct val="0"/>
        </a:spcBef>
        <a:spcAft>
          <a:spcPct val="0"/>
        </a:spcAft>
        <a:defRPr sz="19865">
          <a:solidFill>
            <a:schemeClr val="tx2"/>
          </a:solidFill>
          <a:latin typeface="+mj-lt"/>
          <a:ea typeface="+mj-ea"/>
          <a:cs typeface="+mj-cs"/>
        </a:defRPr>
      </a:lvl1pPr>
      <a:lvl2pPr algn="ctr" defTabSz="4114389" rtl="0" eaLnBrk="0" fontAlgn="base" hangingPunct="0">
        <a:spcBef>
          <a:spcPct val="0"/>
        </a:spcBef>
        <a:spcAft>
          <a:spcPct val="0"/>
        </a:spcAft>
        <a:defRPr sz="19865">
          <a:solidFill>
            <a:schemeClr val="tx2"/>
          </a:solidFill>
          <a:latin typeface="Arial" charset="0"/>
        </a:defRPr>
      </a:lvl2pPr>
      <a:lvl3pPr algn="ctr" defTabSz="4114389" rtl="0" eaLnBrk="0" fontAlgn="base" hangingPunct="0">
        <a:spcBef>
          <a:spcPct val="0"/>
        </a:spcBef>
        <a:spcAft>
          <a:spcPct val="0"/>
        </a:spcAft>
        <a:defRPr sz="19865">
          <a:solidFill>
            <a:schemeClr val="tx2"/>
          </a:solidFill>
          <a:latin typeface="Arial" charset="0"/>
        </a:defRPr>
      </a:lvl3pPr>
      <a:lvl4pPr algn="ctr" defTabSz="4114389" rtl="0" eaLnBrk="0" fontAlgn="base" hangingPunct="0">
        <a:spcBef>
          <a:spcPct val="0"/>
        </a:spcBef>
        <a:spcAft>
          <a:spcPct val="0"/>
        </a:spcAft>
        <a:defRPr sz="19865">
          <a:solidFill>
            <a:schemeClr val="tx2"/>
          </a:solidFill>
          <a:latin typeface="Arial" charset="0"/>
        </a:defRPr>
      </a:lvl4pPr>
      <a:lvl5pPr algn="ctr" defTabSz="4114389" rtl="0" eaLnBrk="0" fontAlgn="base" hangingPunct="0">
        <a:spcBef>
          <a:spcPct val="0"/>
        </a:spcBef>
        <a:spcAft>
          <a:spcPct val="0"/>
        </a:spcAft>
        <a:defRPr sz="19865">
          <a:solidFill>
            <a:schemeClr val="tx2"/>
          </a:solidFill>
          <a:latin typeface="Arial" charset="0"/>
        </a:defRPr>
      </a:lvl5pPr>
      <a:lvl6pPr marL="609539" algn="ctr" defTabSz="4114389" rtl="0" fontAlgn="base">
        <a:spcBef>
          <a:spcPct val="0"/>
        </a:spcBef>
        <a:spcAft>
          <a:spcPct val="0"/>
        </a:spcAft>
        <a:defRPr sz="19865">
          <a:solidFill>
            <a:schemeClr val="tx2"/>
          </a:solidFill>
          <a:latin typeface="Arial" charset="0"/>
        </a:defRPr>
      </a:lvl6pPr>
      <a:lvl7pPr marL="1219078" algn="ctr" defTabSz="4114389" rtl="0" fontAlgn="base">
        <a:spcBef>
          <a:spcPct val="0"/>
        </a:spcBef>
        <a:spcAft>
          <a:spcPct val="0"/>
        </a:spcAft>
        <a:defRPr sz="19865">
          <a:solidFill>
            <a:schemeClr val="tx2"/>
          </a:solidFill>
          <a:latin typeface="Arial" charset="0"/>
        </a:defRPr>
      </a:lvl7pPr>
      <a:lvl8pPr marL="1828617" algn="ctr" defTabSz="4114389" rtl="0" fontAlgn="base">
        <a:spcBef>
          <a:spcPct val="0"/>
        </a:spcBef>
        <a:spcAft>
          <a:spcPct val="0"/>
        </a:spcAft>
        <a:defRPr sz="19865">
          <a:solidFill>
            <a:schemeClr val="tx2"/>
          </a:solidFill>
          <a:latin typeface="Arial" charset="0"/>
        </a:defRPr>
      </a:lvl8pPr>
      <a:lvl9pPr marL="2438156" algn="ctr" defTabSz="4114389" rtl="0" fontAlgn="base">
        <a:spcBef>
          <a:spcPct val="0"/>
        </a:spcBef>
        <a:spcAft>
          <a:spcPct val="0"/>
        </a:spcAft>
        <a:defRPr sz="19865">
          <a:solidFill>
            <a:schemeClr val="tx2"/>
          </a:solidFill>
          <a:latin typeface="Arial" charset="0"/>
        </a:defRPr>
      </a:lvl9pPr>
    </p:titleStyle>
    <p:bodyStyle>
      <a:lvl1pPr marL="1542896" indent="-1542896" algn="l" defTabSz="4114389" rtl="0" eaLnBrk="0" fontAlgn="base" hangingPunct="0">
        <a:spcBef>
          <a:spcPct val="20000"/>
        </a:spcBef>
        <a:spcAft>
          <a:spcPct val="0"/>
        </a:spcAft>
        <a:buChar char="•"/>
        <a:defRPr sz="14399">
          <a:solidFill>
            <a:schemeClr val="tx1"/>
          </a:solidFill>
          <a:latin typeface="+mn-lt"/>
          <a:ea typeface="+mn-ea"/>
          <a:cs typeface="+mn-cs"/>
        </a:defRPr>
      </a:lvl1pPr>
      <a:lvl2pPr marL="3343999" indent="-1286805" algn="l" defTabSz="4114389" rtl="0" eaLnBrk="0" fontAlgn="base" hangingPunct="0">
        <a:spcBef>
          <a:spcPct val="20000"/>
        </a:spcBef>
        <a:spcAft>
          <a:spcPct val="0"/>
        </a:spcAft>
        <a:buChar char="–"/>
        <a:defRPr sz="12665">
          <a:solidFill>
            <a:schemeClr val="tx1"/>
          </a:solidFill>
          <a:latin typeface="+mn-lt"/>
        </a:defRPr>
      </a:lvl2pPr>
      <a:lvl3pPr marL="5142986" indent="-1028597" algn="l" defTabSz="4114389" rtl="0" eaLnBrk="0" fontAlgn="base" hangingPunct="0">
        <a:spcBef>
          <a:spcPct val="20000"/>
        </a:spcBef>
        <a:spcAft>
          <a:spcPct val="0"/>
        </a:spcAft>
        <a:buChar char="•"/>
        <a:defRPr sz="10799">
          <a:solidFill>
            <a:schemeClr val="tx1"/>
          </a:solidFill>
          <a:latin typeface="+mn-lt"/>
        </a:defRPr>
      </a:lvl3pPr>
      <a:lvl4pPr marL="7200180" indent="-1028597" algn="l" defTabSz="4114389" rtl="0" eaLnBrk="0" fontAlgn="base" hangingPunct="0">
        <a:spcBef>
          <a:spcPct val="20000"/>
        </a:spcBef>
        <a:spcAft>
          <a:spcPct val="0"/>
        </a:spcAft>
        <a:buChar char="–"/>
        <a:defRPr sz="9066">
          <a:solidFill>
            <a:schemeClr val="tx1"/>
          </a:solidFill>
          <a:latin typeface="+mn-lt"/>
        </a:defRPr>
      </a:lvl4pPr>
      <a:lvl5pPr marL="9257374" indent="-1028597" algn="l" defTabSz="4114389" rtl="0" eaLnBrk="0" fontAlgn="base" hangingPunct="0">
        <a:spcBef>
          <a:spcPct val="20000"/>
        </a:spcBef>
        <a:spcAft>
          <a:spcPct val="0"/>
        </a:spcAft>
        <a:buChar char="»"/>
        <a:defRPr sz="9066">
          <a:solidFill>
            <a:schemeClr val="tx1"/>
          </a:solidFill>
          <a:latin typeface="+mn-lt"/>
        </a:defRPr>
      </a:lvl5pPr>
      <a:lvl6pPr marL="9866913" indent="-1028597" algn="l" defTabSz="4114389" rtl="0" fontAlgn="base">
        <a:spcBef>
          <a:spcPct val="20000"/>
        </a:spcBef>
        <a:spcAft>
          <a:spcPct val="0"/>
        </a:spcAft>
        <a:buChar char="»"/>
        <a:defRPr sz="9066">
          <a:solidFill>
            <a:schemeClr val="tx1"/>
          </a:solidFill>
          <a:latin typeface="+mn-lt"/>
        </a:defRPr>
      </a:lvl6pPr>
      <a:lvl7pPr marL="10476452" indent="-1028597" algn="l" defTabSz="4114389" rtl="0" fontAlgn="base">
        <a:spcBef>
          <a:spcPct val="20000"/>
        </a:spcBef>
        <a:spcAft>
          <a:spcPct val="0"/>
        </a:spcAft>
        <a:buChar char="»"/>
        <a:defRPr sz="9066">
          <a:solidFill>
            <a:schemeClr val="tx1"/>
          </a:solidFill>
          <a:latin typeface="+mn-lt"/>
        </a:defRPr>
      </a:lvl7pPr>
      <a:lvl8pPr marL="11085991" indent="-1028597" algn="l" defTabSz="4114389" rtl="0" fontAlgn="base">
        <a:spcBef>
          <a:spcPct val="20000"/>
        </a:spcBef>
        <a:spcAft>
          <a:spcPct val="0"/>
        </a:spcAft>
        <a:buChar char="»"/>
        <a:defRPr sz="9066">
          <a:solidFill>
            <a:schemeClr val="tx1"/>
          </a:solidFill>
          <a:latin typeface="+mn-lt"/>
        </a:defRPr>
      </a:lvl8pPr>
      <a:lvl9pPr marL="11695530" indent="-1028597" algn="l" defTabSz="4114389" rtl="0" fontAlgn="base">
        <a:spcBef>
          <a:spcPct val="20000"/>
        </a:spcBef>
        <a:spcAft>
          <a:spcPct val="0"/>
        </a:spcAft>
        <a:buChar char="»"/>
        <a:defRPr sz="9066">
          <a:solidFill>
            <a:schemeClr val="tx1"/>
          </a:solidFill>
          <a:latin typeface="+mn-lt"/>
        </a:defRPr>
      </a:lvl9pPr>
    </p:bodyStyle>
    <p:otherStyle>
      <a:defPPr>
        <a:defRPr lang="pt-BR"/>
      </a:defPPr>
      <a:lvl1pPr marL="0" algn="l" defTabSz="1219078" rtl="0" eaLnBrk="1" latinLnBrk="0" hangingPunct="1">
        <a:defRPr sz="2400" kern="1200">
          <a:solidFill>
            <a:schemeClr val="tx1"/>
          </a:solidFill>
          <a:latin typeface="+mn-lt"/>
          <a:ea typeface="+mn-ea"/>
          <a:cs typeface="+mn-cs"/>
        </a:defRPr>
      </a:lvl1pPr>
      <a:lvl2pPr marL="609539" algn="l" defTabSz="1219078" rtl="0" eaLnBrk="1" latinLnBrk="0" hangingPunct="1">
        <a:defRPr sz="2400" kern="1200">
          <a:solidFill>
            <a:schemeClr val="tx1"/>
          </a:solidFill>
          <a:latin typeface="+mn-lt"/>
          <a:ea typeface="+mn-ea"/>
          <a:cs typeface="+mn-cs"/>
        </a:defRPr>
      </a:lvl2pPr>
      <a:lvl3pPr marL="1219078" algn="l" defTabSz="1219078" rtl="0" eaLnBrk="1" latinLnBrk="0" hangingPunct="1">
        <a:defRPr sz="2400" kern="1200">
          <a:solidFill>
            <a:schemeClr val="tx1"/>
          </a:solidFill>
          <a:latin typeface="+mn-lt"/>
          <a:ea typeface="+mn-ea"/>
          <a:cs typeface="+mn-cs"/>
        </a:defRPr>
      </a:lvl3pPr>
      <a:lvl4pPr marL="1828617" algn="l" defTabSz="1219078" rtl="0" eaLnBrk="1" latinLnBrk="0" hangingPunct="1">
        <a:defRPr sz="2400" kern="1200">
          <a:solidFill>
            <a:schemeClr val="tx1"/>
          </a:solidFill>
          <a:latin typeface="+mn-lt"/>
          <a:ea typeface="+mn-ea"/>
          <a:cs typeface="+mn-cs"/>
        </a:defRPr>
      </a:lvl4pPr>
      <a:lvl5pPr marL="2438156" algn="l" defTabSz="1219078" rtl="0" eaLnBrk="1" latinLnBrk="0" hangingPunct="1">
        <a:defRPr sz="2400" kern="1200">
          <a:solidFill>
            <a:schemeClr val="tx1"/>
          </a:solidFill>
          <a:latin typeface="+mn-lt"/>
          <a:ea typeface="+mn-ea"/>
          <a:cs typeface="+mn-cs"/>
        </a:defRPr>
      </a:lvl5pPr>
      <a:lvl6pPr marL="3047695" algn="l" defTabSz="1219078" rtl="0" eaLnBrk="1" latinLnBrk="0" hangingPunct="1">
        <a:defRPr sz="2400" kern="1200">
          <a:solidFill>
            <a:schemeClr val="tx1"/>
          </a:solidFill>
          <a:latin typeface="+mn-lt"/>
          <a:ea typeface="+mn-ea"/>
          <a:cs typeface="+mn-cs"/>
        </a:defRPr>
      </a:lvl6pPr>
      <a:lvl7pPr marL="3657234" algn="l" defTabSz="1219078" rtl="0" eaLnBrk="1" latinLnBrk="0" hangingPunct="1">
        <a:defRPr sz="2400" kern="1200">
          <a:solidFill>
            <a:schemeClr val="tx1"/>
          </a:solidFill>
          <a:latin typeface="+mn-lt"/>
          <a:ea typeface="+mn-ea"/>
          <a:cs typeface="+mn-cs"/>
        </a:defRPr>
      </a:lvl7pPr>
      <a:lvl8pPr marL="4266773" algn="l" defTabSz="1219078" rtl="0" eaLnBrk="1" latinLnBrk="0" hangingPunct="1">
        <a:defRPr sz="2400" kern="1200">
          <a:solidFill>
            <a:schemeClr val="tx1"/>
          </a:solidFill>
          <a:latin typeface="+mn-lt"/>
          <a:ea typeface="+mn-ea"/>
          <a:cs typeface="+mn-cs"/>
        </a:defRPr>
      </a:lvl8pPr>
      <a:lvl9pPr marL="4876312" algn="l" defTabSz="1219078"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sv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65B9183-D015-4EDA-BC8C-5077C4505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0" y="10648"/>
            <a:ext cx="28774944" cy="43179343"/>
          </a:xfrm>
          <a:prstGeom prst="rect">
            <a:avLst/>
          </a:prstGeom>
        </p:spPr>
      </p:pic>
      <p:sp>
        <p:nvSpPr>
          <p:cNvPr id="4100" name="Rectangle 6"/>
          <p:cNvSpPr>
            <a:spLocks noChangeArrowheads="1"/>
          </p:cNvSpPr>
          <p:nvPr/>
        </p:nvSpPr>
        <p:spPr bwMode="auto">
          <a:xfrm>
            <a:off x="-36734" y="2703684"/>
            <a:ext cx="28800425" cy="666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spAutoFit/>
          </a:bodyPr>
          <a:lstStyle/>
          <a:p>
            <a:pPr algn="ctr" eaLnBrk="1" hangingPunct="1"/>
            <a:r>
              <a:rPr lang="pt-BR" sz="3700" b="1" dirty="0">
                <a:latin typeface="Arial"/>
                <a:ea typeface="ＭＳ Ｐゴシック"/>
                <a:cs typeface="Times New Roman"/>
              </a:rPr>
              <a:t> Cássio Gama; João Pedro; Renan </a:t>
            </a:r>
            <a:r>
              <a:rPr lang="pt-BR" sz="3700" b="1" dirty="0" err="1">
                <a:latin typeface="Arial"/>
                <a:ea typeface="ＭＳ Ｐゴシック"/>
                <a:cs typeface="Times New Roman"/>
              </a:rPr>
              <a:t>Damprelli</a:t>
            </a:r>
            <a:r>
              <a:rPr lang="pt-BR" sz="3700" b="1" dirty="0">
                <a:latin typeface="Arial"/>
                <a:ea typeface="ＭＳ Ｐゴシック"/>
                <a:cs typeface="Times New Roman"/>
              </a:rPr>
              <a:t>; Saulo Ribeiro;</a:t>
            </a:r>
            <a:endParaRPr lang="pt-BR" sz="3733" b="1" dirty="0">
              <a:ea typeface="ＭＳ Ｐゴシック" pitchFamily="34" charset="-128"/>
              <a:cs typeface="Times New Roman" pitchFamily="18" charset="0"/>
            </a:endParaRPr>
          </a:p>
        </p:txBody>
      </p:sp>
      <p:sp>
        <p:nvSpPr>
          <p:cNvPr id="4102" name="TextBox 8"/>
          <p:cNvSpPr txBox="1">
            <a:spLocks noChangeArrowheads="1"/>
          </p:cNvSpPr>
          <p:nvPr/>
        </p:nvSpPr>
        <p:spPr bwMode="auto">
          <a:xfrm>
            <a:off x="690522" y="4992304"/>
            <a:ext cx="13284851" cy="7314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Sobre a equipe</a:t>
            </a:r>
          </a:p>
          <a:p>
            <a:pPr algn="just" defTabSz="1678349" eaLnBrk="1" hangingPunct="1">
              <a:spcAft>
                <a:spcPts val="1200"/>
              </a:spcAft>
            </a:pPr>
            <a:r>
              <a:rPr lang="pt-BR" sz="2400" dirty="0">
                <a:latin typeface="Arial"/>
                <a:cs typeface="Arial"/>
              </a:rPr>
              <a:t> 	 </a:t>
            </a:r>
            <a:r>
              <a:rPr lang="pt-BR" sz="2300" dirty="0">
                <a:latin typeface="Arial"/>
                <a:cs typeface="Arial"/>
              </a:rPr>
              <a:t>A equipe </a:t>
            </a:r>
            <a:r>
              <a:rPr lang="pt-BR" sz="2300" err="1">
                <a:latin typeface="Arial"/>
                <a:cs typeface="Arial"/>
              </a:rPr>
              <a:t>FourWare</a:t>
            </a:r>
            <a:r>
              <a:rPr lang="pt-BR" sz="2300" dirty="0">
                <a:latin typeface="Arial"/>
                <a:cs typeface="Arial"/>
              </a:rPr>
              <a:t> uniu diferentes habilidades para o desenvolvimento de uma solução completa para a Comedoria da Tia. Para garantir a excelência em todas as frentes do projeto, cada membro liderou uma área de conhecimento fundamental, sem abrir mão da colaboração contínua. A dinâmica de trabalho, principalmente nas entregas, foi organizada da seguinte forma: Cássio ficou à frente da área de </a:t>
            </a:r>
            <a:r>
              <a:rPr lang="pt-BR" sz="2300" err="1">
                <a:latin typeface="Arial"/>
                <a:cs typeface="Arial"/>
              </a:rPr>
              <a:t>User</a:t>
            </a:r>
            <a:r>
              <a:rPr lang="pt-BR" sz="2300" dirty="0">
                <a:latin typeface="Arial"/>
                <a:cs typeface="Arial"/>
              </a:rPr>
              <a:t> Experience Digital (UX), sendo o responsável por desenhar uma interface intuitiva e uma jornada de usuário agradável, garantindo que o aplicativo fosse fácil e eficiente para todos. Renan concentrou seus esforços em Programação Mobile, utilizando Java para traduzir o design em um aplicativo funcional, robusto e responsivo, construindo o coração do nosso sistema. João assumiu a responsabilidade por Sistemas Operacionais e Arquiteturas Cloud </a:t>
            </a:r>
            <a:r>
              <a:rPr lang="pt-BR" sz="2300" err="1">
                <a:latin typeface="Arial"/>
                <a:cs typeface="Arial"/>
              </a:rPr>
              <a:t>Native</a:t>
            </a:r>
            <a:r>
              <a:rPr lang="pt-BR" sz="2300" dirty="0">
                <a:latin typeface="Arial"/>
                <a:cs typeface="Arial"/>
              </a:rPr>
              <a:t>. Saulo ficou focado em Testes e Qualidade de Software, planejando e executando rotinas de verificação para identificar falhas, validar a usabilidade e assegurar que o produto final entregue a melhor experiência possível. Apesar da divisão de foco, todas as decisões estratégicas, desde a concepção da ideia até a solução dos desafios técnicos, foram tomadas em conjunto. Essa sinergia foi crucial para integrar as quatro áreas e criar um projeto coeso e de alta qualidade.</a:t>
            </a:r>
            <a:endParaRPr lang="pt-BR" sz="2300" dirty="0">
              <a:cs typeface="Arial" charset="0"/>
            </a:endParaRPr>
          </a:p>
          <a:p>
            <a:pPr algn="just" defTabSz="1678349" eaLnBrk="1" hangingPunct="1">
              <a:spcAft>
                <a:spcPts val="1200"/>
              </a:spcAft>
            </a:pPr>
            <a:endParaRPr lang="pt-BR" sz="2666" dirty="0"/>
          </a:p>
          <a:p>
            <a:pPr algn="just" defTabSz="1678349" eaLnBrk="1" hangingPunct="1">
              <a:spcAft>
                <a:spcPts val="1200"/>
              </a:spcAft>
            </a:pPr>
            <a:endParaRPr lang="pt-BR" sz="2666" dirty="0"/>
          </a:p>
        </p:txBody>
      </p:sp>
      <p:sp>
        <p:nvSpPr>
          <p:cNvPr id="4104" name="Rectangle 13"/>
          <p:cNvSpPr>
            <a:spLocks noChangeArrowheads="1"/>
          </p:cNvSpPr>
          <p:nvPr/>
        </p:nvSpPr>
        <p:spPr bwMode="auto">
          <a:xfrm>
            <a:off x="0" y="-669350"/>
            <a:ext cx="184731" cy="13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144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126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108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5pPr>
            <a:lvl6pPr marL="25146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6pPr>
            <a:lvl7pPr marL="29718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7pPr>
            <a:lvl8pPr marL="34290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8pPr>
            <a:lvl9pPr marL="38862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defRPr/>
            </a:pPr>
            <a:endParaRPr lang="en-US" sz="8099">
              <a:latin typeface="Arial" panose="020B0604020202020204" pitchFamily="34" charset="0"/>
            </a:endParaRPr>
          </a:p>
        </p:txBody>
      </p:sp>
      <p:sp>
        <p:nvSpPr>
          <p:cNvPr id="4108" name="Rectangle 2"/>
          <p:cNvSpPr>
            <a:spLocks noGrp="1" noChangeArrowheads="1"/>
          </p:cNvSpPr>
          <p:nvPr>
            <p:ph type="ctrTitle"/>
          </p:nvPr>
        </p:nvSpPr>
        <p:spPr>
          <a:xfrm>
            <a:off x="533295" y="1091039"/>
            <a:ext cx="27924315" cy="2258359"/>
          </a:xfrm>
        </p:spPr>
        <p:txBody>
          <a:bodyPr/>
          <a:lstStyle/>
          <a:p>
            <a:pPr eaLnBrk="1" hangingPunct="1"/>
            <a:r>
              <a:rPr lang="pt-BR" sz="5850" b="1" dirty="0" err="1"/>
              <a:t>FourWare</a:t>
            </a:r>
            <a:endParaRPr lang="pt-BR" sz="5866" b="1" dirty="0" err="1"/>
          </a:p>
        </p:txBody>
      </p:sp>
      <p:sp>
        <p:nvSpPr>
          <p:cNvPr id="4109" name="Rectangle 14"/>
          <p:cNvSpPr>
            <a:spLocks noChangeArrowheads="1"/>
          </p:cNvSpPr>
          <p:nvPr/>
        </p:nvSpPr>
        <p:spPr bwMode="auto">
          <a:xfrm>
            <a:off x="1540883" y="288300"/>
            <a:ext cx="25809904" cy="1619083"/>
          </a:xfrm>
          <a:prstGeom prst="rect">
            <a:avLst/>
          </a:prstGeom>
          <a:noFill/>
          <a:ln w="9525">
            <a:noFill/>
            <a:miter lim="800000"/>
            <a:headEnd/>
            <a:tailEnd/>
          </a:ln>
        </p:spPr>
        <p:txBody>
          <a:bodyPr lIns="411435" tIns="205717" rIns="411435" bIns="205717" anchor="ctr"/>
          <a:lstStyle/>
          <a:p>
            <a:pPr algn="ctr" eaLnBrk="1" hangingPunct="1"/>
            <a:r>
              <a:rPr lang="pt-BR" sz="7950" b="1" dirty="0">
                <a:solidFill>
                  <a:schemeClr val="bg1"/>
                </a:solidFill>
                <a:latin typeface="Arial"/>
                <a:cs typeface="Arial"/>
              </a:rPr>
              <a:t>Semana de Tecnologia FECAP 2025</a:t>
            </a:r>
            <a:endParaRPr lang="pt-BR" sz="7999" b="1" dirty="0">
              <a:solidFill>
                <a:schemeClr val="bg1"/>
              </a:solidFill>
            </a:endParaRPr>
          </a:p>
        </p:txBody>
      </p:sp>
      <p:sp>
        <p:nvSpPr>
          <p:cNvPr id="4" name="TextBox 8">
            <a:extLst>
              <a:ext uri="{FF2B5EF4-FFF2-40B4-BE49-F238E27FC236}">
                <a16:creationId xmlns:a16="http://schemas.microsoft.com/office/drawing/2014/main" id="{6D4C09D9-51BE-953B-669D-23F72BD2F12D}"/>
              </a:ext>
            </a:extLst>
          </p:cNvPr>
          <p:cNvSpPr txBox="1">
            <a:spLocks noChangeArrowheads="1"/>
          </p:cNvSpPr>
          <p:nvPr/>
        </p:nvSpPr>
        <p:spPr bwMode="auto">
          <a:xfrm>
            <a:off x="14653154" y="4992305"/>
            <a:ext cx="13284851" cy="646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Problema a ser tratado</a:t>
            </a:r>
          </a:p>
          <a:p>
            <a:pPr algn="just" defTabSz="1678349" eaLnBrk="1" hangingPunct="1"/>
            <a:r>
              <a:rPr lang="pt-BR" sz="3700" dirty="0">
                <a:latin typeface="Arial"/>
                <a:cs typeface="Arial"/>
              </a:rPr>
              <a:t> </a:t>
            </a:r>
            <a:r>
              <a:rPr lang="pt-BR" sz="2650" dirty="0">
                <a:latin typeface="Arial"/>
                <a:cs typeface="Arial"/>
              </a:rPr>
              <a:t>	</a:t>
            </a:r>
            <a:r>
              <a:rPr lang="pt-BR" sz="2400" dirty="0">
                <a:latin typeface="Arial"/>
                <a:cs typeface="Arial"/>
              </a:rPr>
              <a:t>  </a:t>
            </a:r>
            <a:r>
              <a:rPr lang="pt-BR" sz="2300" dirty="0">
                <a:latin typeface="Arial"/>
                <a:cs typeface="Arial"/>
              </a:rPr>
              <a:t>A Comedoria da Tia é um ponto central para os alunos e professores durante os intervalos e horários de almoço. No entanto, o modelo de atendimento atual enfrenta um desafio significativo: o tempo limitado dos estudantes é consumido por longas filas no caixa. Essa situação compromete a qualidade da experiência, reduzindo o período que os alunos têm para se alimentar e descansar. </a:t>
            </a:r>
            <a:endParaRPr lang="pt-BR" sz="2300">
              <a:cs typeface="Arial"/>
            </a:endParaRPr>
          </a:p>
          <a:p>
            <a:pPr algn="just" defTabSz="1678349"/>
            <a:r>
              <a:rPr lang="pt-BR" sz="2300">
                <a:latin typeface="Arial"/>
                <a:cs typeface="Arial"/>
              </a:rPr>
              <a:t>Diante desse cenário, nosso projeto propõe uma solução para otimizar o processo de compra. O objetivo é eliminar a necessidade de enfrentar filas para pagamento , permitindo que os pedidos e pagamentos sejam feitos de forma antecipada através de um aplicativo. Com isso, os alunos precisam apenas se dirigir ao balcão para retirar seus produtos, transformando um processo demorado em uma experiência ágil e satisfatória.</a:t>
            </a:r>
            <a:endParaRPr lang="pt-BR">
              <a:cs typeface="Arial" charset="0"/>
            </a:endParaRPr>
          </a:p>
          <a:p>
            <a:pPr algn="just" defTabSz="1678349">
              <a:spcAft>
                <a:spcPts val="1200"/>
              </a:spcAft>
            </a:pPr>
            <a:endParaRPr lang="pt-BR" sz="2400" dirty="0">
              <a:cs typeface="Arial"/>
            </a:endParaRPr>
          </a:p>
          <a:p>
            <a:pPr algn="just" defTabSz="1678349" eaLnBrk="1" hangingPunct="1">
              <a:spcAft>
                <a:spcPts val="1200"/>
              </a:spcAft>
            </a:pPr>
            <a:endParaRPr lang="pt-BR" sz="2666" dirty="0"/>
          </a:p>
          <a:p>
            <a:pPr algn="just" defTabSz="1678349" eaLnBrk="1" hangingPunct="1">
              <a:spcAft>
                <a:spcPts val="1200"/>
              </a:spcAft>
            </a:pPr>
            <a:endParaRPr lang="pt-BR" sz="2666" dirty="0"/>
          </a:p>
          <a:p>
            <a:pPr algn="just" defTabSz="1678349" eaLnBrk="1" hangingPunct="1">
              <a:spcAft>
                <a:spcPts val="1200"/>
              </a:spcAft>
            </a:pPr>
            <a:r>
              <a:rPr lang="pt-BR" sz="2666" dirty="0"/>
              <a:t>	</a:t>
            </a:r>
          </a:p>
        </p:txBody>
      </p:sp>
      <p:sp>
        <p:nvSpPr>
          <p:cNvPr id="7" name="TextBox 8">
            <a:extLst>
              <a:ext uri="{FF2B5EF4-FFF2-40B4-BE49-F238E27FC236}">
                <a16:creationId xmlns:a16="http://schemas.microsoft.com/office/drawing/2014/main" id="{C1758913-C53F-99C8-A545-3D8DE7E0ED34}"/>
              </a:ext>
            </a:extLst>
          </p:cNvPr>
          <p:cNvSpPr txBox="1">
            <a:spLocks noChangeArrowheads="1"/>
          </p:cNvSpPr>
          <p:nvPr/>
        </p:nvSpPr>
        <p:spPr bwMode="auto">
          <a:xfrm>
            <a:off x="630353" y="33543418"/>
            <a:ext cx="13318910" cy="601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Solução proposta</a:t>
            </a:r>
          </a:p>
          <a:p>
            <a:pPr algn="just" defTabSz="1678349" eaLnBrk="1" hangingPunct="1"/>
            <a:r>
              <a:rPr lang="pt-BR" sz="3700" dirty="0">
                <a:latin typeface="Arial"/>
                <a:cs typeface="Arial"/>
              </a:rPr>
              <a:t> </a:t>
            </a:r>
            <a:r>
              <a:rPr lang="pt-BR" sz="2650" dirty="0">
                <a:latin typeface="Arial"/>
                <a:cs typeface="Arial"/>
              </a:rPr>
              <a:t>	</a:t>
            </a:r>
            <a:r>
              <a:rPr lang="pt-BR" sz="2400" dirty="0">
                <a:latin typeface="Arial"/>
                <a:cs typeface="Arial"/>
              </a:rPr>
              <a:t>  </a:t>
            </a:r>
            <a:r>
              <a:rPr lang="pt-BR" sz="2300" dirty="0">
                <a:latin typeface="Arial"/>
                <a:cs typeface="Arial"/>
              </a:rPr>
              <a:t>A nossa solução proposta é o desenvolvimento de um aplicativo mobile chamado "Comedoria da Tia". Ele foi projetado para otimizar e modernizar por completo o processo de compra na cantina.</a:t>
            </a:r>
          </a:p>
          <a:p>
            <a:pPr algn="just" defTabSz="1678349"/>
            <a:r>
              <a:rPr lang="pt-BR" sz="2300" dirty="0">
                <a:latin typeface="Arial"/>
                <a:cs typeface="Arial"/>
              </a:rPr>
              <a:t>Para os alunos, o aplicativo funcionará como uma plataforma completa onde será possível:</a:t>
            </a:r>
            <a:endParaRPr lang="pt-BR" sz="2300">
              <a:cs typeface="Arial"/>
            </a:endParaRPr>
          </a:p>
          <a:p>
            <a:pPr algn="just" defTabSz="1678349"/>
            <a:r>
              <a:rPr lang="pt-BR" sz="2300" dirty="0">
                <a:latin typeface="Arial"/>
                <a:cs typeface="Arial"/>
              </a:rPr>
              <a:t>Realizar o </a:t>
            </a:r>
            <a:r>
              <a:rPr lang="pt-BR" sz="2300" err="1">
                <a:latin typeface="Arial"/>
                <a:cs typeface="Arial"/>
              </a:rPr>
              <a:t>autocadastro</a:t>
            </a:r>
            <a:r>
              <a:rPr lang="pt-BR" sz="2300" dirty="0">
                <a:latin typeface="Arial"/>
                <a:cs typeface="Arial"/>
              </a:rPr>
              <a:t> e login; Visualizar o cardápio sempre atualizado; Fazer pedidos e selecionar os itens desejados de forma antecipada; Efetuar o pagamento diretamente pelo sistema, com integração com APIs de pagamento; Consultar o histórico de pedidos realizados.</a:t>
            </a:r>
            <a:endParaRPr lang="pt-BR" sz="2300">
              <a:cs typeface="Arial" charset="0"/>
            </a:endParaRPr>
          </a:p>
          <a:p>
            <a:pPr algn="just" defTabSz="1678349"/>
            <a:r>
              <a:rPr lang="pt-BR" sz="2300" dirty="0">
                <a:latin typeface="Arial"/>
                <a:cs typeface="Arial"/>
              </a:rPr>
              <a:t>Para a cantina, o projeto inclui uma interface administrativa robusta, permitindo o gerenciamento do cardápio, a visualização e confirmação dos pedidos e a geração de relatórios para a gestão operacional.</a:t>
            </a:r>
            <a:endParaRPr lang="pt-BR" sz="2300">
              <a:cs typeface="Arial"/>
            </a:endParaRPr>
          </a:p>
          <a:p>
            <a:pPr algn="just" defTabSz="1678349"/>
            <a:r>
              <a:rPr lang="pt-BR" sz="2300" dirty="0">
                <a:latin typeface="Arial"/>
                <a:cs typeface="Arial"/>
              </a:rPr>
              <a:t>O resultado é uma solução que elimina as filas, agiliza o atendimento e melhora significativamente a experiência de todos, transformando o tempo de intervalo dos alunos em um momento mais proveitoso.</a:t>
            </a:r>
            <a:endParaRPr lang="pt-BR" sz="2300" dirty="0"/>
          </a:p>
          <a:p>
            <a:pPr algn="just" defTabSz="1678349">
              <a:spcAft>
                <a:spcPts val="1200"/>
              </a:spcAft>
            </a:pPr>
            <a:endParaRPr lang="pt-BR" sz="2400" dirty="0">
              <a:cs typeface="Arial"/>
            </a:endParaRPr>
          </a:p>
        </p:txBody>
      </p:sp>
      <p:sp>
        <p:nvSpPr>
          <p:cNvPr id="2" name="Rectangle 2">
            <a:extLst>
              <a:ext uri="{FF2B5EF4-FFF2-40B4-BE49-F238E27FC236}">
                <a16:creationId xmlns:a16="http://schemas.microsoft.com/office/drawing/2014/main" id="{A584AD84-C68C-68B6-E7C1-1D0E2FA735DD}"/>
              </a:ext>
            </a:extLst>
          </p:cNvPr>
          <p:cNvSpPr txBox="1">
            <a:spLocks noChangeArrowheads="1"/>
          </p:cNvSpPr>
          <p:nvPr/>
        </p:nvSpPr>
        <p:spPr bwMode="auto">
          <a:xfrm>
            <a:off x="12740" y="3056747"/>
            <a:ext cx="29592614" cy="1355109"/>
          </a:xfrm>
          <a:prstGeom prst="rect">
            <a:avLst/>
          </a:prstGeom>
          <a:noFill/>
          <a:ln w="9525">
            <a:noFill/>
            <a:miter lim="800000"/>
            <a:headEnd/>
            <a:tailEnd/>
          </a:ln>
        </p:spPr>
        <p:txBody>
          <a:bodyPr vert="horz" wrap="square" lIns="411435" tIns="205717" rIns="411435" bIns="205717" numCol="1" anchor="ctr" anchorCtr="0" compatLnSpc="1">
            <a:prstTxWarp prst="textNoShape">
              <a:avLst/>
            </a:prstTxWarp>
          </a:bodyPr>
          <a:lstStyle>
            <a:lvl1pPr algn="ctr" defTabSz="3086100" rtl="0" eaLnBrk="0" fontAlgn="base" hangingPunct="0">
              <a:spcBef>
                <a:spcPct val="0"/>
              </a:spcBef>
              <a:spcAft>
                <a:spcPct val="0"/>
              </a:spcAft>
              <a:defRPr sz="14900">
                <a:solidFill>
                  <a:schemeClr val="tx2"/>
                </a:solidFill>
                <a:latin typeface="+mj-lt"/>
                <a:ea typeface="+mj-ea"/>
                <a:cs typeface="+mj-cs"/>
              </a:defRPr>
            </a:lvl1pPr>
            <a:lvl2pPr algn="ctr" defTabSz="3086100" rtl="0" eaLnBrk="0" fontAlgn="base" hangingPunct="0">
              <a:spcBef>
                <a:spcPct val="0"/>
              </a:spcBef>
              <a:spcAft>
                <a:spcPct val="0"/>
              </a:spcAft>
              <a:defRPr sz="14900">
                <a:solidFill>
                  <a:schemeClr val="tx2"/>
                </a:solidFill>
                <a:latin typeface="Arial" charset="0"/>
              </a:defRPr>
            </a:lvl2pPr>
            <a:lvl3pPr algn="ctr" defTabSz="3086100" rtl="0" eaLnBrk="0" fontAlgn="base" hangingPunct="0">
              <a:spcBef>
                <a:spcPct val="0"/>
              </a:spcBef>
              <a:spcAft>
                <a:spcPct val="0"/>
              </a:spcAft>
              <a:defRPr sz="14900">
                <a:solidFill>
                  <a:schemeClr val="tx2"/>
                </a:solidFill>
                <a:latin typeface="Arial" charset="0"/>
              </a:defRPr>
            </a:lvl3pPr>
            <a:lvl4pPr algn="ctr" defTabSz="3086100" rtl="0" eaLnBrk="0" fontAlgn="base" hangingPunct="0">
              <a:spcBef>
                <a:spcPct val="0"/>
              </a:spcBef>
              <a:spcAft>
                <a:spcPct val="0"/>
              </a:spcAft>
              <a:defRPr sz="14900">
                <a:solidFill>
                  <a:schemeClr val="tx2"/>
                </a:solidFill>
                <a:latin typeface="Arial" charset="0"/>
              </a:defRPr>
            </a:lvl4pPr>
            <a:lvl5pPr algn="ctr" defTabSz="3086100" rtl="0" eaLnBrk="0" fontAlgn="base" hangingPunct="0">
              <a:spcBef>
                <a:spcPct val="0"/>
              </a:spcBef>
              <a:spcAft>
                <a:spcPct val="0"/>
              </a:spcAft>
              <a:defRPr sz="14900">
                <a:solidFill>
                  <a:schemeClr val="tx2"/>
                </a:solidFill>
                <a:latin typeface="Arial" charset="0"/>
              </a:defRPr>
            </a:lvl5pPr>
            <a:lvl6pPr marL="457200" algn="ctr" defTabSz="3086100" rtl="0" fontAlgn="base">
              <a:spcBef>
                <a:spcPct val="0"/>
              </a:spcBef>
              <a:spcAft>
                <a:spcPct val="0"/>
              </a:spcAft>
              <a:defRPr sz="14900">
                <a:solidFill>
                  <a:schemeClr val="tx2"/>
                </a:solidFill>
                <a:latin typeface="Arial" charset="0"/>
              </a:defRPr>
            </a:lvl6pPr>
            <a:lvl7pPr marL="914400" algn="ctr" defTabSz="3086100" rtl="0" fontAlgn="base">
              <a:spcBef>
                <a:spcPct val="0"/>
              </a:spcBef>
              <a:spcAft>
                <a:spcPct val="0"/>
              </a:spcAft>
              <a:defRPr sz="14900">
                <a:solidFill>
                  <a:schemeClr val="tx2"/>
                </a:solidFill>
                <a:latin typeface="Arial" charset="0"/>
              </a:defRPr>
            </a:lvl7pPr>
            <a:lvl8pPr marL="1371600" algn="ctr" defTabSz="3086100" rtl="0" fontAlgn="base">
              <a:spcBef>
                <a:spcPct val="0"/>
              </a:spcBef>
              <a:spcAft>
                <a:spcPct val="0"/>
              </a:spcAft>
              <a:defRPr sz="14900">
                <a:solidFill>
                  <a:schemeClr val="tx2"/>
                </a:solidFill>
                <a:latin typeface="Arial" charset="0"/>
              </a:defRPr>
            </a:lvl8pPr>
            <a:lvl9pPr marL="1828800" algn="ctr" defTabSz="3086100" rtl="0" fontAlgn="base">
              <a:spcBef>
                <a:spcPct val="0"/>
              </a:spcBef>
              <a:spcAft>
                <a:spcPct val="0"/>
              </a:spcAft>
              <a:defRPr sz="14900">
                <a:solidFill>
                  <a:schemeClr val="tx2"/>
                </a:solidFill>
                <a:latin typeface="Arial" charset="0"/>
              </a:defRPr>
            </a:lvl9pPr>
          </a:lstStyle>
          <a:p>
            <a:pPr eaLnBrk="1" hangingPunct="1"/>
            <a:r>
              <a:rPr lang="pt-BR" sz="2650" b="1" kern="0" dirty="0"/>
              <a:t>Professores: Rodrigo da Rosa; Francisco de Souza Escobar; Jefferson de Oliveira Silva; Aimar Martins Lopes;</a:t>
            </a:r>
            <a:endParaRPr lang="pt-BR" sz="5866" b="1" kern="0" dirty="0"/>
          </a:p>
        </p:txBody>
      </p:sp>
      <p:sp>
        <p:nvSpPr>
          <p:cNvPr id="8" name="TextBox 8">
            <a:extLst>
              <a:ext uri="{FF2B5EF4-FFF2-40B4-BE49-F238E27FC236}">
                <a16:creationId xmlns:a16="http://schemas.microsoft.com/office/drawing/2014/main" id="{AE19C662-D68A-6035-2E4C-978100FAE83F}"/>
              </a:ext>
            </a:extLst>
          </p:cNvPr>
          <p:cNvSpPr txBox="1">
            <a:spLocks noChangeArrowheads="1"/>
          </p:cNvSpPr>
          <p:nvPr/>
        </p:nvSpPr>
        <p:spPr bwMode="auto">
          <a:xfrm>
            <a:off x="14646784" y="33543418"/>
            <a:ext cx="13318910" cy="587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Futuro do projeto</a:t>
            </a:r>
          </a:p>
          <a:p>
            <a:pPr algn="just" defTabSz="1678349" eaLnBrk="1" hangingPunct="1"/>
            <a:r>
              <a:rPr lang="pt-BR" sz="3700" dirty="0">
                <a:latin typeface="Arial"/>
                <a:cs typeface="Arial"/>
              </a:rPr>
              <a:t> </a:t>
            </a:r>
            <a:r>
              <a:rPr lang="pt-BR" sz="2650" dirty="0">
                <a:latin typeface="Arial"/>
                <a:cs typeface="Arial"/>
              </a:rPr>
              <a:t>	  </a:t>
            </a:r>
            <a:r>
              <a:rPr lang="pt-BR" sz="2300" dirty="0">
                <a:latin typeface="Arial"/>
                <a:cs typeface="Arial"/>
              </a:rPr>
              <a:t>O aplicativo foi desenvolvido com uma base sólida que permite um crescimento contínuo e a agregação de novas funcionalidades. Vislumbramos um futuro onde a plataforma se torna ainda mais completa, tanto para os alunos quanto para a gestão da cantina. As possíveis extensões e próximos passos para o projeto incluem: Implementação de notificações </a:t>
            </a:r>
            <a:r>
              <a:rPr lang="pt-BR" sz="2300" err="1">
                <a:latin typeface="Arial"/>
                <a:cs typeface="Arial"/>
              </a:rPr>
              <a:t>push</a:t>
            </a:r>
            <a:r>
              <a:rPr lang="pt-BR" sz="2300" dirty="0">
                <a:latin typeface="Arial"/>
                <a:cs typeface="Arial"/>
              </a:rPr>
              <a:t> para manter os usuários informados sobre o status do pedido e promoções; Criação de um sistema de pontuação ou fidelidade para recompensar clientes frequentes; Inclusão de uma funcionalidade para feedback de produtos e atendimento; Desenvolvimento de um sistema de controle de estoque para otimizar a reposição de produtos; Criação de um dashboard web avançado para a administração, com relatórios e análises detalhadas; Expansão para se tornar multiplataforma, atendendo também aos usuários do sistema operacional iOS.</a:t>
            </a:r>
            <a:endParaRPr lang="pt-BR" sz="2300" dirty="0">
              <a:cs typeface="Arial" charset="0"/>
            </a:endParaRPr>
          </a:p>
          <a:p>
            <a:pPr algn="just" defTabSz="1678349"/>
            <a:r>
              <a:rPr lang="pt-BR" sz="2300" dirty="0">
                <a:latin typeface="Arial"/>
                <a:cs typeface="Arial"/>
              </a:rPr>
              <a:t>Para que essa evolução aconteça, seria necessário investimento em horas de desenvolvimento para as novas funcionalidades e a análise de custos de serviços em nuvem para suportar a nova demanda. Como um projeto acadêmico, o foco esteve na solução do problema principal, mas sua arquitetura está pronta para crescer</a:t>
            </a:r>
            <a:r>
              <a:rPr lang="pt-BR" sz="2650" dirty="0">
                <a:latin typeface="Arial"/>
                <a:cs typeface="Arial"/>
              </a:rPr>
              <a:t>.</a:t>
            </a:r>
            <a:endParaRPr lang="pt-BR" sz="8100">
              <a:cs typeface="Arial" charset="0"/>
            </a:endParaRPr>
          </a:p>
        </p:txBody>
      </p:sp>
      <p:sp>
        <p:nvSpPr>
          <p:cNvPr id="29" name="TextBox 8">
            <a:extLst>
              <a:ext uri="{FF2B5EF4-FFF2-40B4-BE49-F238E27FC236}">
                <a16:creationId xmlns:a16="http://schemas.microsoft.com/office/drawing/2014/main" id="{22108886-71AE-7425-406A-CC03C41D865B}"/>
              </a:ext>
            </a:extLst>
          </p:cNvPr>
          <p:cNvSpPr txBox="1">
            <a:spLocks noChangeArrowheads="1"/>
          </p:cNvSpPr>
          <p:nvPr/>
        </p:nvSpPr>
        <p:spPr bwMode="auto">
          <a:xfrm>
            <a:off x="7959431" y="10343748"/>
            <a:ext cx="12868819" cy="15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1678349" eaLnBrk="1" hangingPunct="1"/>
            <a:r>
              <a:rPr lang="pt-BR" sz="5866" b="1" dirty="0">
                <a:ea typeface="ＭＳ Ｐゴシック" pitchFamily="34" charset="-128"/>
              </a:rPr>
              <a:t>Imagens e ferramentas do Projeto</a:t>
            </a:r>
          </a:p>
          <a:p>
            <a:pPr algn="just" defTabSz="1678349" eaLnBrk="1" hangingPunct="1">
              <a:spcAft>
                <a:spcPts val="1200"/>
              </a:spcAft>
            </a:pPr>
            <a:r>
              <a:rPr lang="pt-BR" sz="3733" dirty="0"/>
              <a:t> </a:t>
            </a:r>
            <a:r>
              <a:rPr lang="pt-BR" sz="2666" dirty="0"/>
              <a:t>	</a:t>
            </a:r>
          </a:p>
        </p:txBody>
      </p:sp>
      <p:pic>
        <p:nvPicPr>
          <p:cNvPr id="5" name="Imagem 4" descr="Uma imagem contendo óculos&#10;&#10;O conteúdo gerado por IA pode estar incorreto.">
            <a:extLst>
              <a:ext uri="{FF2B5EF4-FFF2-40B4-BE49-F238E27FC236}">
                <a16:creationId xmlns:a16="http://schemas.microsoft.com/office/drawing/2014/main" id="{C56C1960-665E-2EB7-EDC1-1EBC9CE69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752" y="40356014"/>
            <a:ext cx="3095947" cy="3115297"/>
          </a:xfrm>
          <a:prstGeom prst="rect">
            <a:avLst/>
          </a:prstGeom>
        </p:spPr>
      </p:pic>
      <p:pic>
        <p:nvPicPr>
          <p:cNvPr id="10" name="Imagem 9" descr="Uma imagem contendo óculos, caneca&#10;&#10;O conteúdo gerado por IA pode estar incorreto.">
            <a:extLst>
              <a:ext uri="{FF2B5EF4-FFF2-40B4-BE49-F238E27FC236}">
                <a16:creationId xmlns:a16="http://schemas.microsoft.com/office/drawing/2014/main" id="{55769E50-5B5D-08C0-E78D-9BA4C95476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01752" y="40382747"/>
            <a:ext cx="3095945" cy="3105591"/>
          </a:xfrm>
          <a:prstGeom prst="rect">
            <a:avLst/>
          </a:prstGeom>
        </p:spPr>
      </p:pic>
      <p:pic>
        <p:nvPicPr>
          <p:cNvPr id="11" name="Imagem 10" descr="Logotipo&#10;&#10;O conteúdo gerado por IA pode estar incorreto.">
            <a:extLst>
              <a:ext uri="{FF2B5EF4-FFF2-40B4-BE49-F238E27FC236}">
                <a16:creationId xmlns:a16="http://schemas.microsoft.com/office/drawing/2014/main" id="{C36539B3-03B4-9E15-C22B-94F5A2E54A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105013" y="14849820"/>
            <a:ext cx="2651482" cy="1369821"/>
          </a:xfrm>
          <a:prstGeom prst="rect">
            <a:avLst/>
          </a:prstGeom>
        </p:spPr>
      </p:pic>
      <p:pic>
        <p:nvPicPr>
          <p:cNvPr id="12" name="Imagem 11" descr="Logotipo, Ícone&#10;&#10;O conteúdo gerado por IA pode estar incorreto.">
            <a:extLst>
              <a:ext uri="{FF2B5EF4-FFF2-40B4-BE49-F238E27FC236}">
                <a16:creationId xmlns:a16="http://schemas.microsoft.com/office/drawing/2014/main" id="{F265727C-35EA-9DFA-0973-7707DC71EAE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344212" y="12132055"/>
            <a:ext cx="2390002" cy="2390002"/>
          </a:xfrm>
          <a:prstGeom prst="rect">
            <a:avLst/>
          </a:prstGeom>
        </p:spPr>
      </p:pic>
      <p:pic>
        <p:nvPicPr>
          <p:cNvPr id="13" name="Imagem 12" descr="Ícone&#10;&#10;O conteúdo gerado por IA pode estar incorreto.">
            <a:extLst>
              <a:ext uri="{FF2B5EF4-FFF2-40B4-BE49-F238E27FC236}">
                <a16:creationId xmlns:a16="http://schemas.microsoft.com/office/drawing/2014/main" id="{004D8512-6DEA-0B0B-63E3-A7017472BDB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880907" y="12129459"/>
            <a:ext cx="1678276" cy="2369168"/>
          </a:xfrm>
          <a:prstGeom prst="rect">
            <a:avLst/>
          </a:prstGeom>
        </p:spPr>
      </p:pic>
      <p:pic>
        <p:nvPicPr>
          <p:cNvPr id="14" name="Imagem 13" descr="Ícone&#10;&#10;O conteúdo gerado por IA pode estar incorreto.">
            <a:extLst>
              <a:ext uri="{FF2B5EF4-FFF2-40B4-BE49-F238E27FC236}">
                <a16:creationId xmlns:a16="http://schemas.microsoft.com/office/drawing/2014/main" id="{BE7B6F3C-F476-EDA2-311E-8DA8C3BBBA1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6771665" y="15013861"/>
            <a:ext cx="1969985" cy="1969985"/>
          </a:xfrm>
          <a:prstGeom prst="rect">
            <a:avLst/>
          </a:prstGeom>
        </p:spPr>
      </p:pic>
      <p:pic>
        <p:nvPicPr>
          <p:cNvPr id="15" name="Imagem 14" descr="Uma imagem contendo Ícone&#10;&#10;O conteúdo gerado por IA pode estar incorreto.">
            <a:extLst>
              <a:ext uri="{FF2B5EF4-FFF2-40B4-BE49-F238E27FC236}">
                <a16:creationId xmlns:a16="http://schemas.microsoft.com/office/drawing/2014/main" id="{31366770-2457-D40F-603F-BB4428389EC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0064218" y="12612493"/>
            <a:ext cx="2252785" cy="1689588"/>
          </a:xfrm>
          <a:prstGeom prst="rect">
            <a:avLst/>
          </a:prstGeom>
        </p:spPr>
      </p:pic>
      <p:pic>
        <p:nvPicPr>
          <p:cNvPr id="17" name="Imagem 16" descr="Logotipo&#10;&#10;O conteúdo gerado por IA pode estar incorreto.">
            <a:extLst>
              <a:ext uri="{FF2B5EF4-FFF2-40B4-BE49-F238E27FC236}">
                <a16:creationId xmlns:a16="http://schemas.microsoft.com/office/drawing/2014/main" id="{BF4471B5-57EB-4844-928D-DCF9ED7AF6F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61617" y="15214435"/>
            <a:ext cx="1567253" cy="1567253"/>
          </a:xfrm>
          <a:prstGeom prst="rect">
            <a:avLst/>
          </a:prstGeom>
        </p:spPr>
      </p:pic>
      <p:pic>
        <p:nvPicPr>
          <p:cNvPr id="18" name="Imagem 17" descr="Ícone&#10;&#10;O conteúdo gerado por IA pode estar incorreto.">
            <a:extLst>
              <a:ext uri="{FF2B5EF4-FFF2-40B4-BE49-F238E27FC236}">
                <a16:creationId xmlns:a16="http://schemas.microsoft.com/office/drawing/2014/main" id="{6D783549-32E2-3701-9536-85EC637BA26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0329692" y="14982549"/>
            <a:ext cx="2090947" cy="2090947"/>
          </a:xfrm>
          <a:prstGeom prst="rect">
            <a:avLst/>
          </a:prstGeom>
        </p:spPr>
      </p:pic>
      <p:pic>
        <p:nvPicPr>
          <p:cNvPr id="19" name="Imagem 18" descr="Ícone&#10;&#10;O conteúdo gerado por IA pode estar incorreto.">
            <a:extLst>
              <a:ext uri="{FF2B5EF4-FFF2-40B4-BE49-F238E27FC236}">
                <a16:creationId xmlns:a16="http://schemas.microsoft.com/office/drawing/2014/main" id="{1652BFF4-CD39-4D8B-CDB6-2EEBEA3ABE3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3136857" y="12573596"/>
            <a:ext cx="1957103" cy="1957103"/>
          </a:xfrm>
          <a:prstGeom prst="rect">
            <a:avLst/>
          </a:prstGeom>
        </p:spPr>
      </p:pic>
      <p:pic>
        <p:nvPicPr>
          <p:cNvPr id="21" name="Gráfico 20">
            <a:extLst>
              <a:ext uri="{FF2B5EF4-FFF2-40B4-BE49-F238E27FC236}">
                <a16:creationId xmlns:a16="http://schemas.microsoft.com/office/drawing/2014/main" id="{F1356FB8-9ED6-A85E-476B-90F186519F5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848209" y="17121106"/>
            <a:ext cx="18636799" cy="7901193"/>
          </a:xfrm>
          <a:prstGeom prst="rect">
            <a:avLst/>
          </a:prstGeom>
        </p:spPr>
      </p:pic>
      <p:pic>
        <p:nvPicPr>
          <p:cNvPr id="49" name="Imagem 48" descr="Tela de celular com fundo preto&#10;&#10;O conteúdo gerado por IA pode estar incorreto.">
            <a:extLst>
              <a:ext uri="{FF2B5EF4-FFF2-40B4-BE49-F238E27FC236}">
                <a16:creationId xmlns:a16="http://schemas.microsoft.com/office/drawing/2014/main" id="{8E417FFA-3A80-0922-B813-237FD58D7D3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50782" y="11726349"/>
            <a:ext cx="4301427" cy="7047018"/>
          </a:xfrm>
          <a:prstGeom prst="rect">
            <a:avLst/>
          </a:prstGeom>
        </p:spPr>
      </p:pic>
      <p:pic>
        <p:nvPicPr>
          <p:cNvPr id="51" name="Imagem 50" descr="Tela de um aparelho celular&#10;&#10;O conteúdo gerado por IA pode estar incorreto.">
            <a:extLst>
              <a:ext uri="{FF2B5EF4-FFF2-40B4-BE49-F238E27FC236}">
                <a16:creationId xmlns:a16="http://schemas.microsoft.com/office/drawing/2014/main" id="{B738E67A-B274-5DF8-B9F3-9D3786D351B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277788" y="11834448"/>
            <a:ext cx="3697396" cy="6699243"/>
          </a:xfrm>
          <a:prstGeom prst="rect">
            <a:avLst/>
          </a:prstGeom>
        </p:spPr>
      </p:pic>
      <p:pic>
        <p:nvPicPr>
          <p:cNvPr id="53" name="Imagem 52" descr="Interface gráfica do usuário, Texto, Aplicativo&#10;&#10;O conteúdo gerado por IA pode estar incorreto.">
            <a:extLst>
              <a:ext uri="{FF2B5EF4-FFF2-40B4-BE49-F238E27FC236}">
                <a16:creationId xmlns:a16="http://schemas.microsoft.com/office/drawing/2014/main" id="{8E652B56-3614-D555-14EB-CF7818249A8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255985" y="26210105"/>
            <a:ext cx="3809152" cy="7042646"/>
          </a:xfrm>
          <a:prstGeom prst="rect">
            <a:avLst/>
          </a:prstGeom>
        </p:spPr>
      </p:pic>
      <p:pic>
        <p:nvPicPr>
          <p:cNvPr id="55" name="Imagem 54" descr="Interface gráfica do usuário, Aplicativo&#10;&#10;O conteúdo gerado por IA pode estar incorreto.">
            <a:extLst>
              <a:ext uri="{FF2B5EF4-FFF2-40B4-BE49-F238E27FC236}">
                <a16:creationId xmlns:a16="http://schemas.microsoft.com/office/drawing/2014/main" id="{E959B3AA-39C3-5770-B50E-8051B104CAD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713705" y="18847117"/>
            <a:ext cx="3603020" cy="7132510"/>
          </a:xfrm>
          <a:prstGeom prst="rect">
            <a:avLst/>
          </a:prstGeom>
        </p:spPr>
      </p:pic>
      <p:pic>
        <p:nvPicPr>
          <p:cNvPr id="57" name="Imagem 56" descr="Interface gráfica do usuário&#10;&#10;O conteúdo gerado por IA pode estar incorreto.">
            <a:extLst>
              <a:ext uri="{FF2B5EF4-FFF2-40B4-BE49-F238E27FC236}">
                <a16:creationId xmlns:a16="http://schemas.microsoft.com/office/drawing/2014/main" id="{0466FA70-F8D4-3A38-017F-54D92B813AC6}"/>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636510" y="26208324"/>
            <a:ext cx="3731699" cy="7157020"/>
          </a:xfrm>
          <a:prstGeom prst="rect">
            <a:avLst/>
          </a:prstGeom>
        </p:spPr>
      </p:pic>
      <p:pic>
        <p:nvPicPr>
          <p:cNvPr id="59" name="Imagem 58" descr="Interface gráfica do usuário, Aplicativo&#10;&#10;O conteúdo gerado por IA pode estar incorreto.">
            <a:extLst>
              <a:ext uri="{FF2B5EF4-FFF2-40B4-BE49-F238E27FC236}">
                <a16:creationId xmlns:a16="http://schemas.microsoft.com/office/drawing/2014/main" id="{B9591974-087D-8CB2-9488-DC83918AB8EE}"/>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378291" y="18782618"/>
            <a:ext cx="3596893" cy="7101872"/>
          </a:xfrm>
          <a:prstGeom prst="rect">
            <a:avLst/>
          </a:prstGeom>
        </p:spPr>
      </p:pic>
      <p:pic>
        <p:nvPicPr>
          <p:cNvPr id="4099" name="Imagem 4098">
            <a:extLst>
              <a:ext uri="{FF2B5EF4-FFF2-40B4-BE49-F238E27FC236}">
                <a16:creationId xmlns:a16="http://schemas.microsoft.com/office/drawing/2014/main" id="{DC769455-D84B-7CDB-9BC7-563FFA1CD8B1}"/>
              </a:ext>
            </a:extLst>
          </p:cNvPr>
          <p:cNvPicPr>
            <a:picLocks noChangeAspect="1"/>
          </p:cNvPicPr>
          <p:nvPr/>
        </p:nvPicPr>
        <p:blipFill>
          <a:blip r:embed="rId22"/>
          <a:stretch>
            <a:fillRect/>
          </a:stretch>
        </p:blipFill>
        <p:spPr>
          <a:xfrm>
            <a:off x="13073293" y="25524105"/>
            <a:ext cx="13981847" cy="7485404"/>
          </a:xfrm>
          <a:prstGeom prst="rect">
            <a:avLst/>
          </a:prstGeom>
        </p:spPr>
      </p:pic>
    </p:spTree>
    <p:extLst>
      <p:ext uri="{BB962C8B-B14F-4D97-AF65-F5344CB8AC3E}">
        <p14:creationId xmlns:p14="http://schemas.microsoft.com/office/powerpoint/2010/main" val="2544194372"/>
      </p:ext>
    </p:extLst>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5364877AF745B4281652B53F43C594A" ma:contentTypeVersion="15" ma:contentTypeDescription="Crie um novo documento." ma:contentTypeScope="" ma:versionID="440a6fbbcbce65e3f8e2bed610644788">
  <xsd:schema xmlns:xsd="http://www.w3.org/2001/XMLSchema" xmlns:xs="http://www.w3.org/2001/XMLSchema" xmlns:p="http://schemas.microsoft.com/office/2006/metadata/properties" xmlns:ns2="1d2798d9-1030-4cc5-be7b-200f9e628651" xmlns:ns3="8ca2a57e-8138-4b57-956a-eb6e2c7049cc" targetNamespace="http://schemas.microsoft.com/office/2006/metadata/properties" ma:root="true" ma:fieldsID="3ff20d9b6411658b7762fa2c08d7e1af" ns2:_="" ns3:_="">
    <xsd:import namespace="1d2798d9-1030-4cc5-be7b-200f9e628651"/>
    <xsd:import namespace="8ca2a57e-8138-4b57-956a-eb6e2c7049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798d9-1030-4cc5-be7b-200f9e628651"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6" nillable="true" ma:displayName="Taxonomy Catch All Column" ma:hidden="true" ma:list="{e2adbafb-c224-4d2e-8ca4-b5c3cc77204d}" ma:internalName="TaxCatchAll" ma:showField="CatchAllData" ma:web="1d2798d9-1030-4cc5-be7b-200f9e62865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ca2a57e-8138-4b57-956a-eb6e2c7049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aeda4b81-a95b-4c43-add2-24b94db42d7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ca2a57e-8138-4b57-956a-eb6e2c7049cc">
      <Terms xmlns="http://schemas.microsoft.com/office/infopath/2007/PartnerControls"/>
    </lcf76f155ced4ddcb4097134ff3c332f>
    <TaxCatchAll xmlns="1d2798d9-1030-4cc5-be7b-200f9e62865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583F25-0BD0-426F-9D18-6079E5A027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2798d9-1030-4cc5-be7b-200f9e628651"/>
    <ds:schemaRef ds:uri="8ca2a57e-8138-4b57-956a-eb6e2c7049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580D08-C850-4D98-9BB0-6190D1509D8A}">
  <ds:schemaRefs>
    <ds:schemaRef ds:uri="http://www.w3.org/XML/1998/namespace"/>
    <ds:schemaRef ds:uri="1d2798d9-1030-4cc5-be7b-200f9e628651"/>
    <ds:schemaRef ds:uri="http://purl.org/dc/elements/1.1/"/>
    <ds:schemaRef ds:uri="http://schemas.microsoft.com/office/2006/documentManagement/type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8ca2a57e-8138-4b57-956a-eb6e2c7049cc"/>
    <ds:schemaRef ds:uri="http://purl.org/dc/terms/"/>
  </ds:schemaRefs>
</ds:datastoreItem>
</file>

<file path=customXml/itemProps3.xml><?xml version="1.0" encoding="utf-8"?>
<ds:datastoreItem xmlns:ds="http://schemas.openxmlformats.org/officeDocument/2006/customXml" ds:itemID="{20511531-72C6-41EA-909D-35A50B089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Apex</Template>
  <TotalTime>558</TotalTime>
  <Words>558</Words>
  <Application>Microsoft Office PowerPoint</Application>
  <PresentationFormat>Personalizar</PresentationFormat>
  <Paragraphs>18</Paragraphs>
  <Slides>1</Slides>
  <Notes>1</Notes>
  <HiddenSlides>0</HiddenSlides>
  <MMClips>0</MMClips>
  <ScaleCrop>false</ScaleCrop>
  <HeadingPairs>
    <vt:vector size="4" baseType="variant">
      <vt:variant>
        <vt:lpstr>Tema</vt:lpstr>
      </vt:variant>
      <vt:variant>
        <vt:i4>1</vt:i4>
      </vt:variant>
      <vt:variant>
        <vt:lpstr>Títulos de slides</vt:lpstr>
      </vt:variant>
      <vt:variant>
        <vt:i4>1</vt:i4>
      </vt:variant>
    </vt:vector>
  </HeadingPairs>
  <TitlesOfParts>
    <vt:vector size="2" baseType="lpstr">
      <vt:lpstr>Design padrão</vt:lpstr>
      <vt:lpstr>FourWare</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Jr</dc:creator>
  <cp:lastModifiedBy>Victor Bruno Alexander Rosetti de Quiroz</cp:lastModifiedBy>
  <cp:revision>160</cp:revision>
  <dcterms:created xsi:type="dcterms:W3CDTF">2006-11-04T15:46:42Z</dcterms:created>
  <dcterms:modified xsi:type="dcterms:W3CDTF">2025-11-02T23:07:27Z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0x01010045364877AF745B4281652B53F43C594A</vt:lpwstr>
  </property>
</Properties>
</file>